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5"/>
  </p:notesMasterIdLst>
  <p:sldIdLst>
    <p:sldId id="258" r:id="rId3"/>
    <p:sldId id="292" r:id="rId4"/>
    <p:sldId id="262" r:id="rId5"/>
    <p:sldId id="263" r:id="rId6"/>
    <p:sldId id="260" r:id="rId7"/>
    <p:sldId id="277" r:id="rId8"/>
    <p:sldId id="278" r:id="rId9"/>
    <p:sldId id="315" r:id="rId10"/>
    <p:sldId id="316" r:id="rId11"/>
    <p:sldId id="279" r:id="rId12"/>
    <p:sldId id="306" r:id="rId13"/>
    <p:sldId id="293"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3" d="100"/>
          <a:sy n="113" d="100"/>
        </p:scale>
        <p:origin x="153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7AA130-FBCB-4D5C-BA4C-8E4609A8A02C}" type="datetimeFigureOut">
              <a:rPr lang="en-US" smtClean="0"/>
              <a:t>1/19/2026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45D2BC-8E2F-494C-AB59-6F4ECCF4CD70}" type="slidenum">
              <a:rPr lang="en-US" smtClean="0"/>
              <a:t>‹#›</a:t>
            </a:fld>
            <a:endParaRPr lang="en-US"/>
          </a:p>
        </p:txBody>
      </p:sp>
    </p:spTree>
    <p:extLst>
      <p:ext uri="{BB962C8B-B14F-4D97-AF65-F5344CB8AC3E}">
        <p14:creationId xmlns:p14="http://schemas.microsoft.com/office/powerpoint/2010/main" val="30955423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53D468-6EF5-4C49-8DB3-DF1611BCF8D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524068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53D468-6EF5-4C49-8DB3-DF1611BCF8D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49706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FCA1A-C9B3-4911-B035-B6AA941CFD3B}"/>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57CAB89-4C48-46D9-9191-3EF2AED0EBE5}"/>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8BDF68F-4FB1-453C-9096-FA90EC8F7F6D}"/>
              </a:ext>
            </a:extLst>
          </p:cNvPr>
          <p:cNvSpPr>
            <a:spLocks noGrp="1"/>
          </p:cNvSpPr>
          <p:nvPr>
            <p:ph type="dt" sz="half" idx="10"/>
          </p:nvPr>
        </p:nvSpPr>
        <p:spPr/>
        <p:txBody>
          <a:bodyPr/>
          <a:lstStyle/>
          <a:p>
            <a:fld id="{3A139065-77F0-4A99-84B5-BFB578398308}" type="datetimeFigureOut">
              <a:rPr lang="en-US" smtClean="0"/>
              <a:t>1/19/2026</a:t>
            </a:fld>
            <a:endParaRPr lang="en-US"/>
          </a:p>
        </p:txBody>
      </p:sp>
      <p:sp>
        <p:nvSpPr>
          <p:cNvPr id="5" name="Footer Placeholder 4">
            <a:extLst>
              <a:ext uri="{FF2B5EF4-FFF2-40B4-BE49-F238E27FC236}">
                <a16:creationId xmlns:a16="http://schemas.microsoft.com/office/drawing/2014/main" id="{386DB3FD-4174-4A86-B897-E435237EF9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8A18AD-24AB-4938-8E1B-AF56D8530598}"/>
              </a:ext>
            </a:extLst>
          </p:cNvPr>
          <p:cNvSpPr>
            <a:spLocks noGrp="1"/>
          </p:cNvSpPr>
          <p:nvPr>
            <p:ph type="sldNum" sz="quarter" idx="12"/>
          </p:nvPr>
        </p:nvSpPr>
        <p:spPr/>
        <p:txBody>
          <a:bodyPr/>
          <a:lstStyle/>
          <a:p>
            <a:fld id="{C1E7920D-D0D2-4729-97E5-6C0F1CABD424}" type="slidenum">
              <a:rPr lang="en-US" smtClean="0"/>
              <a:t>‹#›</a:t>
            </a:fld>
            <a:endParaRPr lang="en-US"/>
          </a:p>
        </p:txBody>
      </p:sp>
    </p:spTree>
    <p:extLst>
      <p:ext uri="{BB962C8B-B14F-4D97-AF65-F5344CB8AC3E}">
        <p14:creationId xmlns:p14="http://schemas.microsoft.com/office/powerpoint/2010/main" val="15485569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DEAF7-E525-4176-A8C9-4BDCAAB938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4FF138-3868-40E3-8581-235C4BC16DF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980992-6410-4C01-8EAC-AB9E1181DFF2}"/>
              </a:ext>
            </a:extLst>
          </p:cNvPr>
          <p:cNvSpPr>
            <a:spLocks noGrp="1"/>
          </p:cNvSpPr>
          <p:nvPr>
            <p:ph type="dt" sz="half" idx="10"/>
          </p:nvPr>
        </p:nvSpPr>
        <p:spPr/>
        <p:txBody>
          <a:bodyPr/>
          <a:lstStyle/>
          <a:p>
            <a:fld id="{3A139065-77F0-4A99-84B5-BFB578398308}" type="datetimeFigureOut">
              <a:rPr lang="en-US" smtClean="0"/>
              <a:t>1/19/2026</a:t>
            </a:fld>
            <a:endParaRPr lang="en-US"/>
          </a:p>
        </p:txBody>
      </p:sp>
      <p:sp>
        <p:nvSpPr>
          <p:cNvPr id="5" name="Footer Placeholder 4">
            <a:extLst>
              <a:ext uri="{FF2B5EF4-FFF2-40B4-BE49-F238E27FC236}">
                <a16:creationId xmlns:a16="http://schemas.microsoft.com/office/drawing/2014/main" id="{66FEF246-05D3-4891-9262-7CDFF4D923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563A9A-CC8D-4770-960D-51F0AD2479AA}"/>
              </a:ext>
            </a:extLst>
          </p:cNvPr>
          <p:cNvSpPr>
            <a:spLocks noGrp="1"/>
          </p:cNvSpPr>
          <p:nvPr>
            <p:ph type="sldNum" sz="quarter" idx="12"/>
          </p:nvPr>
        </p:nvSpPr>
        <p:spPr/>
        <p:txBody>
          <a:bodyPr/>
          <a:lstStyle/>
          <a:p>
            <a:fld id="{C1E7920D-D0D2-4729-97E5-6C0F1CABD424}" type="slidenum">
              <a:rPr lang="en-US" smtClean="0"/>
              <a:t>‹#›</a:t>
            </a:fld>
            <a:endParaRPr lang="en-US"/>
          </a:p>
        </p:txBody>
      </p:sp>
    </p:spTree>
    <p:extLst>
      <p:ext uri="{BB962C8B-B14F-4D97-AF65-F5344CB8AC3E}">
        <p14:creationId xmlns:p14="http://schemas.microsoft.com/office/powerpoint/2010/main" val="2928295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3F84A-CD2C-4856-A8C6-4D89A352BD27}"/>
              </a:ext>
            </a:extLst>
          </p:cNvPr>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F9B0046-D69E-41E7-907A-1EBC427E48F1}"/>
              </a:ext>
            </a:extLst>
          </p:cNvPr>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A5C1B38-E61D-4316-A75C-5236E509475B}"/>
              </a:ext>
            </a:extLst>
          </p:cNvPr>
          <p:cNvSpPr>
            <a:spLocks noGrp="1"/>
          </p:cNvSpPr>
          <p:nvPr>
            <p:ph type="dt" sz="half" idx="10"/>
          </p:nvPr>
        </p:nvSpPr>
        <p:spPr/>
        <p:txBody>
          <a:bodyPr/>
          <a:lstStyle/>
          <a:p>
            <a:fld id="{3A139065-77F0-4A99-84B5-BFB578398308}" type="datetimeFigureOut">
              <a:rPr lang="en-US" smtClean="0"/>
              <a:t>1/19/2026</a:t>
            </a:fld>
            <a:endParaRPr lang="en-US"/>
          </a:p>
        </p:txBody>
      </p:sp>
      <p:sp>
        <p:nvSpPr>
          <p:cNvPr id="5" name="Footer Placeholder 4">
            <a:extLst>
              <a:ext uri="{FF2B5EF4-FFF2-40B4-BE49-F238E27FC236}">
                <a16:creationId xmlns:a16="http://schemas.microsoft.com/office/drawing/2014/main" id="{C95CAE9F-B60D-4844-A3F7-65839FAFE7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D8ECD5-99B4-4D4D-84FB-763AFA5E2AD4}"/>
              </a:ext>
            </a:extLst>
          </p:cNvPr>
          <p:cNvSpPr>
            <a:spLocks noGrp="1"/>
          </p:cNvSpPr>
          <p:nvPr>
            <p:ph type="sldNum" sz="quarter" idx="12"/>
          </p:nvPr>
        </p:nvSpPr>
        <p:spPr/>
        <p:txBody>
          <a:bodyPr/>
          <a:lstStyle/>
          <a:p>
            <a:fld id="{C1E7920D-D0D2-4729-97E5-6C0F1CABD424}" type="slidenum">
              <a:rPr lang="en-US" smtClean="0"/>
              <a:t>‹#›</a:t>
            </a:fld>
            <a:endParaRPr lang="en-US"/>
          </a:p>
        </p:txBody>
      </p:sp>
    </p:spTree>
    <p:extLst>
      <p:ext uri="{BB962C8B-B14F-4D97-AF65-F5344CB8AC3E}">
        <p14:creationId xmlns:p14="http://schemas.microsoft.com/office/powerpoint/2010/main" val="202339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B0207-CBF0-4900-9907-4368CE96AF3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B866D3-6E29-43D9-92D6-776BD534A361}"/>
              </a:ext>
            </a:extLst>
          </p:cNvPr>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EFE816-E888-4E21-BDE0-4C66E6B55748}"/>
              </a:ext>
            </a:extLst>
          </p:cNvPr>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F84E55D-675F-4AFB-819C-309EA09FF30E}"/>
              </a:ext>
            </a:extLst>
          </p:cNvPr>
          <p:cNvSpPr>
            <a:spLocks noGrp="1"/>
          </p:cNvSpPr>
          <p:nvPr>
            <p:ph type="dt" sz="half" idx="10"/>
          </p:nvPr>
        </p:nvSpPr>
        <p:spPr/>
        <p:txBody>
          <a:bodyPr/>
          <a:lstStyle/>
          <a:p>
            <a:fld id="{3A139065-77F0-4A99-84B5-BFB578398308}" type="datetimeFigureOut">
              <a:rPr lang="en-US" smtClean="0"/>
              <a:t>1/19/2026</a:t>
            </a:fld>
            <a:endParaRPr lang="en-US"/>
          </a:p>
        </p:txBody>
      </p:sp>
      <p:sp>
        <p:nvSpPr>
          <p:cNvPr id="6" name="Footer Placeholder 5">
            <a:extLst>
              <a:ext uri="{FF2B5EF4-FFF2-40B4-BE49-F238E27FC236}">
                <a16:creationId xmlns:a16="http://schemas.microsoft.com/office/drawing/2014/main" id="{4F4427D4-D637-40F5-BC7B-F83C37D1E1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0F8A8F-C792-4BB1-B9BB-BF96A8958ED5}"/>
              </a:ext>
            </a:extLst>
          </p:cNvPr>
          <p:cNvSpPr>
            <a:spLocks noGrp="1"/>
          </p:cNvSpPr>
          <p:nvPr>
            <p:ph type="sldNum" sz="quarter" idx="12"/>
          </p:nvPr>
        </p:nvSpPr>
        <p:spPr/>
        <p:txBody>
          <a:bodyPr/>
          <a:lstStyle/>
          <a:p>
            <a:fld id="{C1E7920D-D0D2-4729-97E5-6C0F1CABD424}" type="slidenum">
              <a:rPr lang="en-US" smtClean="0"/>
              <a:t>‹#›</a:t>
            </a:fld>
            <a:endParaRPr lang="en-US"/>
          </a:p>
        </p:txBody>
      </p:sp>
    </p:spTree>
    <p:extLst>
      <p:ext uri="{BB962C8B-B14F-4D97-AF65-F5344CB8AC3E}">
        <p14:creationId xmlns:p14="http://schemas.microsoft.com/office/powerpoint/2010/main" val="3762529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689AD-8A2A-4150-8A11-509AF52A3C42}"/>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F18F6A3-4549-47C1-AE80-2EC27E8B26C5}"/>
              </a:ext>
            </a:extLst>
          </p:cNvPr>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A253CDE-FA31-4BBD-916D-91F2311A52FB}"/>
              </a:ext>
            </a:extLst>
          </p:cNvPr>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5A00815-A70F-4A8F-8C88-BFF298415F5F}"/>
              </a:ext>
            </a:extLst>
          </p:cNvPr>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BD537B3-8720-4BB4-849F-1346137698FB}"/>
              </a:ext>
            </a:extLst>
          </p:cNvPr>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377AF7-AB22-46AD-9D7D-629D8D1FF4D8}"/>
              </a:ext>
            </a:extLst>
          </p:cNvPr>
          <p:cNvSpPr>
            <a:spLocks noGrp="1"/>
          </p:cNvSpPr>
          <p:nvPr>
            <p:ph type="dt" sz="half" idx="10"/>
          </p:nvPr>
        </p:nvSpPr>
        <p:spPr/>
        <p:txBody>
          <a:bodyPr/>
          <a:lstStyle/>
          <a:p>
            <a:fld id="{3A139065-77F0-4A99-84B5-BFB578398308}" type="datetimeFigureOut">
              <a:rPr lang="en-US" smtClean="0"/>
              <a:t>1/19/2026</a:t>
            </a:fld>
            <a:endParaRPr lang="en-US"/>
          </a:p>
        </p:txBody>
      </p:sp>
      <p:sp>
        <p:nvSpPr>
          <p:cNvPr id="8" name="Footer Placeholder 7">
            <a:extLst>
              <a:ext uri="{FF2B5EF4-FFF2-40B4-BE49-F238E27FC236}">
                <a16:creationId xmlns:a16="http://schemas.microsoft.com/office/drawing/2014/main" id="{B7C3DC36-B895-46FB-8D8C-A5DC26197A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6C5CA7D-5E98-4814-B266-D807EC7563EA}"/>
              </a:ext>
            </a:extLst>
          </p:cNvPr>
          <p:cNvSpPr>
            <a:spLocks noGrp="1"/>
          </p:cNvSpPr>
          <p:nvPr>
            <p:ph type="sldNum" sz="quarter" idx="12"/>
          </p:nvPr>
        </p:nvSpPr>
        <p:spPr/>
        <p:txBody>
          <a:bodyPr/>
          <a:lstStyle/>
          <a:p>
            <a:fld id="{C1E7920D-D0D2-4729-97E5-6C0F1CABD424}" type="slidenum">
              <a:rPr lang="en-US" smtClean="0"/>
              <a:t>‹#›</a:t>
            </a:fld>
            <a:endParaRPr lang="en-US"/>
          </a:p>
        </p:txBody>
      </p:sp>
    </p:spTree>
    <p:extLst>
      <p:ext uri="{BB962C8B-B14F-4D97-AF65-F5344CB8AC3E}">
        <p14:creationId xmlns:p14="http://schemas.microsoft.com/office/powerpoint/2010/main" val="1747484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3D7EB-85C4-48E1-8FAB-CEBBF4F2E45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FBB8D6F-8DA2-460C-8406-A29DC47D2A99}"/>
              </a:ext>
            </a:extLst>
          </p:cNvPr>
          <p:cNvSpPr>
            <a:spLocks noGrp="1"/>
          </p:cNvSpPr>
          <p:nvPr>
            <p:ph type="dt" sz="half" idx="10"/>
          </p:nvPr>
        </p:nvSpPr>
        <p:spPr/>
        <p:txBody>
          <a:bodyPr/>
          <a:lstStyle/>
          <a:p>
            <a:fld id="{3A139065-77F0-4A99-84B5-BFB578398308}" type="datetimeFigureOut">
              <a:rPr lang="en-US" smtClean="0"/>
              <a:t>1/19/2026</a:t>
            </a:fld>
            <a:endParaRPr lang="en-US"/>
          </a:p>
        </p:txBody>
      </p:sp>
      <p:sp>
        <p:nvSpPr>
          <p:cNvPr id="4" name="Footer Placeholder 3">
            <a:extLst>
              <a:ext uri="{FF2B5EF4-FFF2-40B4-BE49-F238E27FC236}">
                <a16:creationId xmlns:a16="http://schemas.microsoft.com/office/drawing/2014/main" id="{1186A916-5D8C-4115-B6B4-A40BDA56D25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ECD70F-33C0-4540-909A-16F7401A7620}"/>
              </a:ext>
            </a:extLst>
          </p:cNvPr>
          <p:cNvSpPr>
            <a:spLocks noGrp="1"/>
          </p:cNvSpPr>
          <p:nvPr>
            <p:ph type="sldNum" sz="quarter" idx="12"/>
          </p:nvPr>
        </p:nvSpPr>
        <p:spPr/>
        <p:txBody>
          <a:bodyPr/>
          <a:lstStyle/>
          <a:p>
            <a:fld id="{C1E7920D-D0D2-4729-97E5-6C0F1CABD424}" type="slidenum">
              <a:rPr lang="en-US" smtClean="0"/>
              <a:t>‹#›</a:t>
            </a:fld>
            <a:endParaRPr lang="en-US"/>
          </a:p>
        </p:txBody>
      </p:sp>
    </p:spTree>
    <p:extLst>
      <p:ext uri="{BB962C8B-B14F-4D97-AF65-F5344CB8AC3E}">
        <p14:creationId xmlns:p14="http://schemas.microsoft.com/office/powerpoint/2010/main" val="2469000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D6F77E-4B9B-4A30-A0F0-40B9228F06EC}"/>
              </a:ext>
            </a:extLst>
          </p:cNvPr>
          <p:cNvSpPr>
            <a:spLocks noGrp="1"/>
          </p:cNvSpPr>
          <p:nvPr>
            <p:ph type="dt" sz="half" idx="10"/>
          </p:nvPr>
        </p:nvSpPr>
        <p:spPr/>
        <p:txBody>
          <a:bodyPr/>
          <a:lstStyle/>
          <a:p>
            <a:fld id="{3A139065-77F0-4A99-84B5-BFB578398308}" type="datetimeFigureOut">
              <a:rPr lang="en-US" smtClean="0"/>
              <a:t>1/19/2026</a:t>
            </a:fld>
            <a:endParaRPr lang="en-US"/>
          </a:p>
        </p:txBody>
      </p:sp>
      <p:sp>
        <p:nvSpPr>
          <p:cNvPr id="3" name="Footer Placeholder 2">
            <a:extLst>
              <a:ext uri="{FF2B5EF4-FFF2-40B4-BE49-F238E27FC236}">
                <a16:creationId xmlns:a16="http://schemas.microsoft.com/office/drawing/2014/main" id="{3D733AE2-4124-427B-BC67-D0686308B35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B80358-DF08-4099-8AA1-C06B239C53D3}"/>
              </a:ext>
            </a:extLst>
          </p:cNvPr>
          <p:cNvSpPr>
            <a:spLocks noGrp="1"/>
          </p:cNvSpPr>
          <p:nvPr>
            <p:ph type="sldNum" sz="quarter" idx="12"/>
          </p:nvPr>
        </p:nvSpPr>
        <p:spPr/>
        <p:txBody>
          <a:bodyPr/>
          <a:lstStyle/>
          <a:p>
            <a:fld id="{C1E7920D-D0D2-4729-97E5-6C0F1CABD424}" type="slidenum">
              <a:rPr lang="en-US" smtClean="0"/>
              <a:t>‹#›</a:t>
            </a:fld>
            <a:endParaRPr lang="en-US"/>
          </a:p>
        </p:txBody>
      </p:sp>
    </p:spTree>
    <p:extLst>
      <p:ext uri="{BB962C8B-B14F-4D97-AF65-F5344CB8AC3E}">
        <p14:creationId xmlns:p14="http://schemas.microsoft.com/office/powerpoint/2010/main" val="3791775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9BDD6-8046-4285-9184-8E1B9E157AB9}"/>
              </a:ext>
            </a:extLst>
          </p:cNvPr>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77DDF26-46EE-4AB0-A050-D653C75C1A9D}"/>
              </a:ext>
            </a:extLst>
          </p:cNvPr>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0E9D907-C268-41E9-B7A5-AD499EDF371D}"/>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45BAFDE-3986-4EE7-A658-3FCCA6419E66}"/>
              </a:ext>
            </a:extLst>
          </p:cNvPr>
          <p:cNvSpPr>
            <a:spLocks noGrp="1"/>
          </p:cNvSpPr>
          <p:nvPr>
            <p:ph type="dt" sz="half" idx="10"/>
          </p:nvPr>
        </p:nvSpPr>
        <p:spPr/>
        <p:txBody>
          <a:bodyPr/>
          <a:lstStyle/>
          <a:p>
            <a:fld id="{3A139065-77F0-4A99-84B5-BFB578398308}" type="datetimeFigureOut">
              <a:rPr lang="en-US" smtClean="0"/>
              <a:t>1/19/2026</a:t>
            </a:fld>
            <a:endParaRPr lang="en-US"/>
          </a:p>
        </p:txBody>
      </p:sp>
      <p:sp>
        <p:nvSpPr>
          <p:cNvPr id="6" name="Footer Placeholder 5">
            <a:extLst>
              <a:ext uri="{FF2B5EF4-FFF2-40B4-BE49-F238E27FC236}">
                <a16:creationId xmlns:a16="http://schemas.microsoft.com/office/drawing/2014/main" id="{A647C466-A122-4622-8011-E00B8078D0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B7140C-5E41-4675-897F-1A2D8E44C1C4}"/>
              </a:ext>
            </a:extLst>
          </p:cNvPr>
          <p:cNvSpPr>
            <a:spLocks noGrp="1"/>
          </p:cNvSpPr>
          <p:nvPr>
            <p:ph type="sldNum" sz="quarter" idx="12"/>
          </p:nvPr>
        </p:nvSpPr>
        <p:spPr/>
        <p:txBody>
          <a:bodyPr/>
          <a:lstStyle/>
          <a:p>
            <a:fld id="{C1E7920D-D0D2-4729-97E5-6C0F1CABD424}" type="slidenum">
              <a:rPr lang="en-US" smtClean="0"/>
              <a:t>‹#›</a:t>
            </a:fld>
            <a:endParaRPr lang="en-US"/>
          </a:p>
        </p:txBody>
      </p:sp>
    </p:spTree>
    <p:extLst>
      <p:ext uri="{BB962C8B-B14F-4D97-AF65-F5344CB8AC3E}">
        <p14:creationId xmlns:p14="http://schemas.microsoft.com/office/powerpoint/2010/main" val="39691430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7E7ED-F5F8-46F2-8593-5DA92AD38E2F}"/>
              </a:ext>
            </a:extLst>
          </p:cNvPr>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4BEEE39-242E-4DCB-B7D3-D9C3F0439761}"/>
              </a:ext>
            </a:extLst>
          </p:cNvPr>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DA3DD23-E55C-437A-84B4-2E48021AB51F}"/>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F0E38CD-9DF0-4C9E-95A5-094F9D286B75}"/>
              </a:ext>
            </a:extLst>
          </p:cNvPr>
          <p:cNvSpPr>
            <a:spLocks noGrp="1"/>
          </p:cNvSpPr>
          <p:nvPr>
            <p:ph type="dt" sz="half" idx="10"/>
          </p:nvPr>
        </p:nvSpPr>
        <p:spPr/>
        <p:txBody>
          <a:bodyPr/>
          <a:lstStyle/>
          <a:p>
            <a:fld id="{3A139065-77F0-4A99-84B5-BFB578398308}" type="datetimeFigureOut">
              <a:rPr lang="en-US" smtClean="0"/>
              <a:t>1/19/2026</a:t>
            </a:fld>
            <a:endParaRPr lang="en-US"/>
          </a:p>
        </p:txBody>
      </p:sp>
      <p:sp>
        <p:nvSpPr>
          <p:cNvPr id="6" name="Footer Placeholder 5">
            <a:extLst>
              <a:ext uri="{FF2B5EF4-FFF2-40B4-BE49-F238E27FC236}">
                <a16:creationId xmlns:a16="http://schemas.microsoft.com/office/drawing/2014/main" id="{19D4211F-91DD-4F65-8EC8-B22041866F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D91F26-14C9-4B17-A6D3-B99BE052DA0C}"/>
              </a:ext>
            </a:extLst>
          </p:cNvPr>
          <p:cNvSpPr>
            <a:spLocks noGrp="1"/>
          </p:cNvSpPr>
          <p:nvPr>
            <p:ph type="sldNum" sz="quarter" idx="12"/>
          </p:nvPr>
        </p:nvSpPr>
        <p:spPr/>
        <p:txBody>
          <a:bodyPr/>
          <a:lstStyle/>
          <a:p>
            <a:fld id="{C1E7920D-D0D2-4729-97E5-6C0F1CABD424}" type="slidenum">
              <a:rPr lang="en-US" smtClean="0"/>
              <a:t>‹#›</a:t>
            </a:fld>
            <a:endParaRPr lang="en-US"/>
          </a:p>
        </p:txBody>
      </p:sp>
    </p:spTree>
    <p:extLst>
      <p:ext uri="{BB962C8B-B14F-4D97-AF65-F5344CB8AC3E}">
        <p14:creationId xmlns:p14="http://schemas.microsoft.com/office/powerpoint/2010/main" val="4151760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23786-BE2C-4F01-A7DD-E0C9E7C660E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4DF0DE5-536D-4F1D-957B-F79E3BE7768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C8ECAF-B1E5-445A-B164-043587BB854B}"/>
              </a:ext>
            </a:extLst>
          </p:cNvPr>
          <p:cNvSpPr>
            <a:spLocks noGrp="1"/>
          </p:cNvSpPr>
          <p:nvPr>
            <p:ph type="dt" sz="half" idx="10"/>
          </p:nvPr>
        </p:nvSpPr>
        <p:spPr/>
        <p:txBody>
          <a:bodyPr/>
          <a:lstStyle/>
          <a:p>
            <a:fld id="{3A139065-77F0-4A99-84B5-BFB578398308}" type="datetimeFigureOut">
              <a:rPr lang="en-US" smtClean="0"/>
              <a:t>1/19/2026</a:t>
            </a:fld>
            <a:endParaRPr lang="en-US"/>
          </a:p>
        </p:txBody>
      </p:sp>
      <p:sp>
        <p:nvSpPr>
          <p:cNvPr id="5" name="Footer Placeholder 4">
            <a:extLst>
              <a:ext uri="{FF2B5EF4-FFF2-40B4-BE49-F238E27FC236}">
                <a16:creationId xmlns:a16="http://schemas.microsoft.com/office/drawing/2014/main" id="{87F60E4B-490E-4A7E-95DE-C343B0288E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D0EAD4-D20D-4112-8D84-8AD81B2251EB}"/>
              </a:ext>
            </a:extLst>
          </p:cNvPr>
          <p:cNvSpPr>
            <a:spLocks noGrp="1"/>
          </p:cNvSpPr>
          <p:nvPr>
            <p:ph type="sldNum" sz="quarter" idx="12"/>
          </p:nvPr>
        </p:nvSpPr>
        <p:spPr/>
        <p:txBody>
          <a:bodyPr/>
          <a:lstStyle/>
          <a:p>
            <a:fld id="{C1E7920D-D0D2-4729-97E5-6C0F1CABD424}" type="slidenum">
              <a:rPr lang="en-US" smtClean="0"/>
              <a:t>‹#›</a:t>
            </a:fld>
            <a:endParaRPr lang="en-US"/>
          </a:p>
        </p:txBody>
      </p:sp>
    </p:spTree>
    <p:extLst>
      <p:ext uri="{BB962C8B-B14F-4D97-AF65-F5344CB8AC3E}">
        <p14:creationId xmlns:p14="http://schemas.microsoft.com/office/powerpoint/2010/main" val="3376335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03D62F-D49A-4C56-92F6-B3D1A1BEA557}"/>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73AD766-B2CB-432C-8CD3-E173F35849C7}"/>
              </a:ext>
            </a:extLst>
          </p:cNvPr>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106651-9323-4EEF-965A-668AC8EE579D}"/>
              </a:ext>
            </a:extLst>
          </p:cNvPr>
          <p:cNvSpPr>
            <a:spLocks noGrp="1"/>
          </p:cNvSpPr>
          <p:nvPr>
            <p:ph type="dt" sz="half" idx="10"/>
          </p:nvPr>
        </p:nvSpPr>
        <p:spPr/>
        <p:txBody>
          <a:bodyPr/>
          <a:lstStyle/>
          <a:p>
            <a:fld id="{3A139065-77F0-4A99-84B5-BFB578398308}" type="datetimeFigureOut">
              <a:rPr lang="en-US" smtClean="0"/>
              <a:t>1/19/2026</a:t>
            </a:fld>
            <a:endParaRPr lang="en-US"/>
          </a:p>
        </p:txBody>
      </p:sp>
      <p:sp>
        <p:nvSpPr>
          <p:cNvPr id="5" name="Footer Placeholder 4">
            <a:extLst>
              <a:ext uri="{FF2B5EF4-FFF2-40B4-BE49-F238E27FC236}">
                <a16:creationId xmlns:a16="http://schemas.microsoft.com/office/drawing/2014/main" id="{4ECA524B-0A82-42E8-A942-7F1F46BDB1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8C2239-6298-4782-920E-89BA05E826E2}"/>
              </a:ext>
            </a:extLst>
          </p:cNvPr>
          <p:cNvSpPr>
            <a:spLocks noGrp="1"/>
          </p:cNvSpPr>
          <p:nvPr>
            <p:ph type="sldNum" sz="quarter" idx="12"/>
          </p:nvPr>
        </p:nvSpPr>
        <p:spPr/>
        <p:txBody>
          <a:bodyPr/>
          <a:lstStyle/>
          <a:p>
            <a:fld id="{C1E7920D-D0D2-4729-97E5-6C0F1CABD424}" type="slidenum">
              <a:rPr lang="en-US" smtClean="0"/>
              <a:t>‹#›</a:t>
            </a:fld>
            <a:endParaRPr lang="en-US"/>
          </a:p>
        </p:txBody>
      </p:sp>
    </p:spTree>
    <p:extLst>
      <p:ext uri="{BB962C8B-B14F-4D97-AF65-F5344CB8AC3E}">
        <p14:creationId xmlns:p14="http://schemas.microsoft.com/office/powerpoint/2010/main" val="25585789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C632680-4024-43EA-8035-0614013E83A5}" type="datetime1">
              <a:rPr lang="en-US" smtClean="0">
                <a:solidFill>
                  <a:srgbClr val="632423">
                    <a:tint val="75000"/>
                  </a:srgbClr>
                </a:solidFill>
              </a:rPr>
              <a:t>1/19/2026</a:t>
            </a:fld>
            <a:endParaRPr lang="en-US" dirty="0">
              <a:solidFill>
                <a:srgbClr val="632423">
                  <a:tint val="75000"/>
                </a:srgbClr>
              </a:solidFill>
            </a:endParaRPr>
          </a:p>
        </p:txBody>
      </p:sp>
      <p:sp>
        <p:nvSpPr>
          <p:cNvPr id="5" name="Footer Placeholder 4"/>
          <p:cNvSpPr>
            <a:spLocks noGrp="1"/>
          </p:cNvSpPr>
          <p:nvPr>
            <p:ph type="ftr" sz="quarter" idx="11"/>
          </p:nvPr>
        </p:nvSpPr>
        <p:spPr/>
        <p:txBody>
          <a:bodyPr/>
          <a:lstStyle/>
          <a:p>
            <a:endParaRPr lang="en-US" dirty="0">
              <a:solidFill>
                <a:srgbClr val="632423">
                  <a:tint val="75000"/>
                </a:srgbClr>
              </a:solidFill>
            </a:endParaRPr>
          </a:p>
        </p:txBody>
      </p:sp>
      <p:sp>
        <p:nvSpPr>
          <p:cNvPr id="6" name="Slide Number Placeholder 5"/>
          <p:cNvSpPr>
            <a:spLocks noGrp="1"/>
          </p:cNvSpPr>
          <p:nvPr>
            <p:ph type="sldNum" sz="quarter" idx="12"/>
          </p:nvPr>
        </p:nvSpPr>
        <p:spPr/>
        <p:txBody>
          <a:bodyPr/>
          <a:lstStyle/>
          <a:p>
            <a:fld id="{54B2D119-4472-444A-BADD-4113D315726F}" type="slidenum">
              <a:rPr lang="en-US" smtClean="0">
                <a:solidFill>
                  <a:srgbClr val="632423">
                    <a:tint val="75000"/>
                  </a:srgbClr>
                </a:solidFill>
              </a:rPr>
              <a:pPr/>
              <a:t>‹#›</a:t>
            </a:fld>
            <a:endParaRPr lang="en-US" dirty="0">
              <a:solidFill>
                <a:srgbClr val="632423">
                  <a:tint val="75000"/>
                </a:srgbClr>
              </a:solidFill>
            </a:endParaRPr>
          </a:p>
        </p:txBody>
      </p:sp>
    </p:spTree>
    <p:extLst>
      <p:ext uri="{BB962C8B-B14F-4D97-AF65-F5344CB8AC3E}">
        <p14:creationId xmlns:p14="http://schemas.microsoft.com/office/powerpoint/2010/main" val="2807839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049BF49-3A07-40BA-9BBA-E663501D39AF}" type="datetime1">
              <a:rPr lang="en-US" smtClean="0">
                <a:solidFill>
                  <a:srgbClr val="632423">
                    <a:tint val="75000"/>
                  </a:srgbClr>
                </a:solidFill>
              </a:rPr>
              <a:t>1/19/2026</a:t>
            </a:fld>
            <a:endParaRPr lang="en-US" dirty="0">
              <a:solidFill>
                <a:srgbClr val="632423">
                  <a:tint val="75000"/>
                </a:srgbClr>
              </a:solidFill>
            </a:endParaRPr>
          </a:p>
        </p:txBody>
      </p:sp>
      <p:sp>
        <p:nvSpPr>
          <p:cNvPr id="5" name="Footer Placeholder 4"/>
          <p:cNvSpPr>
            <a:spLocks noGrp="1"/>
          </p:cNvSpPr>
          <p:nvPr>
            <p:ph type="ftr" sz="quarter" idx="11"/>
          </p:nvPr>
        </p:nvSpPr>
        <p:spPr/>
        <p:txBody>
          <a:bodyPr/>
          <a:lstStyle/>
          <a:p>
            <a:endParaRPr lang="en-US" dirty="0">
              <a:solidFill>
                <a:srgbClr val="632423">
                  <a:tint val="75000"/>
                </a:srgbClr>
              </a:solidFill>
            </a:endParaRPr>
          </a:p>
        </p:txBody>
      </p:sp>
      <p:sp>
        <p:nvSpPr>
          <p:cNvPr id="6" name="Slide Number Placeholder 5"/>
          <p:cNvSpPr>
            <a:spLocks noGrp="1"/>
          </p:cNvSpPr>
          <p:nvPr>
            <p:ph type="sldNum" sz="quarter" idx="12"/>
          </p:nvPr>
        </p:nvSpPr>
        <p:spPr/>
        <p:txBody>
          <a:bodyPr/>
          <a:lstStyle/>
          <a:p>
            <a:fld id="{54B2D119-4472-444A-BADD-4113D315726F}" type="slidenum">
              <a:rPr lang="en-US" smtClean="0">
                <a:solidFill>
                  <a:srgbClr val="632423">
                    <a:tint val="75000"/>
                  </a:srgbClr>
                </a:solidFill>
              </a:rPr>
              <a:pPr/>
              <a:t>‹#›</a:t>
            </a:fld>
            <a:endParaRPr lang="en-US" dirty="0">
              <a:solidFill>
                <a:srgbClr val="632423">
                  <a:tint val="75000"/>
                </a:srgbClr>
              </a:solidFill>
            </a:endParaRPr>
          </a:p>
        </p:txBody>
      </p:sp>
    </p:spTree>
    <p:extLst>
      <p:ext uri="{BB962C8B-B14F-4D97-AF65-F5344CB8AC3E}">
        <p14:creationId xmlns:p14="http://schemas.microsoft.com/office/powerpoint/2010/main" val="23625307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214DEB-9D1E-49BA-B43C-B835B8D7A747}" type="datetime1">
              <a:rPr lang="en-US" smtClean="0">
                <a:solidFill>
                  <a:srgbClr val="632423">
                    <a:tint val="75000"/>
                  </a:srgbClr>
                </a:solidFill>
              </a:rPr>
              <a:t>1/19/2026</a:t>
            </a:fld>
            <a:endParaRPr lang="en-US" dirty="0">
              <a:solidFill>
                <a:srgbClr val="632423">
                  <a:tint val="75000"/>
                </a:srgbClr>
              </a:solidFill>
            </a:endParaRPr>
          </a:p>
        </p:txBody>
      </p:sp>
      <p:sp>
        <p:nvSpPr>
          <p:cNvPr id="5" name="Footer Placeholder 4"/>
          <p:cNvSpPr>
            <a:spLocks noGrp="1"/>
          </p:cNvSpPr>
          <p:nvPr>
            <p:ph type="ftr" sz="quarter" idx="11"/>
          </p:nvPr>
        </p:nvSpPr>
        <p:spPr/>
        <p:txBody>
          <a:bodyPr/>
          <a:lstStyle/>
          <a:p>
            <a:endParaRPr lang="en-US" dirty="0">
              <a:solidFill>
                <a:srgbClr val="632423">
                  <a:tint val="75000"/>
                </a:srgbClr>
              </a:solidFill>
            </a:endParaRPr>
          </a:p>
        </p:txBody>
      </p:sp>
      <p:sp>
        <p:nvSpPr>
          <p:cNvPr id="6" name="Slide Number Placeholder 5"/>
          <p:cNvSpPr>
            <a:spLocks noGrp="1"/>
          </p:cNvSpPr>
          <p:nvPr>
            <p:ph type="sldNum" sz="quarter" idx="12"/>
          </p:nvPr>
        </p:nvSpPr>
        <p:spPr/>
        <p:txBody>
          <a:bodyPr/>
          <a:lstStyle/>
          <a:p>
            <a:fld id="{54B2D119-4472-444A-BADD-4113D315726F}" type="slidenum">
              <a:rPr lang="en-US" smtClean="0">
                <a:solidFill>
                  <a:srgbClr val="632423">
                    <a:tint val="75000"/>
                  </a:srgbClr>
                </a:solidFill>
              </a:rPr>
              <a:pPr/>
              <a:t>‹#›</a:t>
            </a:fld>
            <a:endParaRPr lang="en-US" dirty="0">
              <a:solidFill>
                <a:srgbClr val="632423">
                  <a:tint val="75000"/>
                </a:srgbClr>
              </a:solidFill>
            </a:endParaRPr>
          </a:p>
        </p:txBody>
      </p:sp>
    </p:spTree>
    <p:extLst>
      <p:ext uri="{BB962C8B-B14F-4D97-AF65-F5344CB8AC3E}">
        <p14:creationId xmlns:p14="http://schemas.microsoft.com/office/powerpoint/2010/main" val="25280224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17F30CA-7FFF-4306-9214-7B7580902882}" type="datetime1">
              <a:rPr lang="en-US" smtClean="0">
                <a:solidFill>
                  <a:srgbClr val="632423">
                    <a:tint val="75000"/>
                  </a:srgbClr>
                </a:solidFill>
              </a:rPr>
              <a:t>1/19/2026</a:t>
            </a:fld>
            <a:endParaRPr lang="en-US" dirty="0">
              <a:solidFill>
                <a:srgbClr val="632423">
                  <a:tint val="75000"/>
                </a:srgbClr>
              </a:solidFill>
            </a:endParaRPr>
          </a:p>
        </p:txBody>
      </p:sp>
      <p:sp>
        <p:nvSpPr>
          <p:cNvPr id="6" name="Footer Placeholder 5"/>
          <p:cNvSpPr>
            <a:spLocks noGrp="1"/>
          </p:cNvSpPr>
          <p:nvPr>
            <p:ph type="ftr" sz="quarter" idx="11"/>
          </p:nvPr>
        </p:nvSpPr>
        <p:spPr/>
        <p:txBody>
          <a:bodyPr/>
          <a:lstStyle/>
          <a:p>
            <a:endParaRPr lang="en-US" dirty="0">
              <a:solidFill>
                <a:srgbClr val="632423">
                  <a:tint val="75000"/>
                </a:srgbClr>
              </a:solidFill>
            </a:endParaRPr>
          </a:p>
        </p:txBody>
      </p:sp>
      <p:sp>
        <p:nvSpPr>
          <p:cNvPr id="7" name="Slide Number Placeholder 6"/>
          <p:cNvSpPr>
            <a:spLocks noGrp="1"/>
          </p:cNvSpPr>
          <p:nvPr>
            <p:ph type="sldNum" sz="quarter" idx="12"/>
          </p:nvPr>
        </p:nvSpPr>
        <p:spPr/>
        <p:txBody>
          <a:bodyPr/>
          <a:lstStyle/>
          <a:p>
            <a:fld id="{54B2D119-4472-444A-BADD-4113D315726F}" type="slidenum">
              <a:rPr lang="en-US" smtClean="0">
                <a:solidFill>
                  <a:srgbClr val="632423">
                    <a:tint val="75000"/>
                  </a:srgbClr>
                </a:solidFill>
              </a:rPr>
              <a:pPr/>
              <a:t>‹#›</a:t>
            </a:fld>
            <a:endParaRPr lang="en-US" dirty="0">
              <a:solidFill>
                <a:srgbClr val="632423">
                  <a:tint val="75000"/>
                </a:srgbClr>
              </a:solidFill>
            </a:endParaRPr>
          </a:p>
        </p:txBody>
      </p:sp>
    </p:spTree>
    <p:extLst>
      <p:ext uri="{BB962C8B-B14F-4D97-AF65-F5344CB8AC3E}">
        <p14:creationId xmlns:p14="http://schemas.microsoft.com/office/powerpoint/2010/main" val="10045442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FB3C3F6-74B7-44C1-9CBE-95E3AA052BE3}" type="datetime1">
              <a:rPr lang="en-US" smtClean="0">
                <a:solidFill>
                  <a:srgbClr val="632423">
                    <a:tint val="75000"/>
                  </a:srgbClr>
                </a:solidFill>
              </a:rPr>
              <a:t>1/19/2026</a:t>
            </a:fld>
            <a:endParaRPr lang="en-US" dirty="0">
              <a:solidFill>
                <a:srgbClr val="632423">
                  <a:tint val="75000"/>
                </a:srgbClr>
              </a:solidFill>
            </a:endParaRPr>
          </a:p>
        </p:txBody>
      </p:sp>
      <p:sp>
        <p:nvSpPr>
          <p:cNvPr id="8" name="Footer Placeholder 7"/>
          <p:cNvSpPr>
            <a:spLocks noGrp="1"/>
          </p:cNvSpPr>
          <p:nvPr>
            <p:ph type="ftr" sz="quarter" idx="11"/>
          </p:nvPr>
        </p:nvSpPr>
        <p:spPr/>
        <p:txBody>
          <a:bodyPr/>
          <a:lstStyle/>
          <a:p>
            <a:endParaRPr lang="en-US" dirty="0">
              <a:solidFill>
                <a:srgbClr val="632423">
                  <a:tint val="75000"/>
                </a:srgbClr>
              </a:solidFill>
            </a:endParaRPr>
          </a:p>
        </p:txBody>
      </p:sp>
      <p:sp>
        <p:nvSpPr>
          <p:cNvPr id="9" name="Slide Number Placeholder 8"/>
          <p:cNvSpPr>
            <a:spLocks noGrp="1"/>
          </p:cNvSpPr>
          <p:nvPr>
            <p:ph type="sldNum" sz="quarter" idx="12"/>
          </p:nvPr>
        </p:nvSpPr>
        <p:spPr/>
        <p:txBody>
          <a:bodyPr/>
          <a:lstStyle/>
          <a:p>
            <a:fld id="{54B2D119-4472-444A-BADD-4113D315726F}" type="slidenum">
              <a:rPr lang="en-US" smtClean="0">
                <a:solidFill>
                  <a:srgbClr val="632423">
                    <a:tint val="75000"/>
                  </a:srgbClr>
                </a:solidFill>
              </a:rPr>
              <a:pPr/>
              <a:t>‹#›</a:t>
            </a:fld>
            <a:endParaRPr lang="en-US" dirty="0">
              <a:solidFill>
                <a:srgbClr val="632423">
                  <a:tint val="75000"/>
                </a:srgbClr>
              </a:solidFill>
            </a:endParaRPr>
          </a:p>
        </p:txBody>
      </p:sp>
    </p:spTree>
    <p:extLst>
      <p:ext uri="{BB962C8B-B14F-4D97-AF65-F5344CB8AC3E}">
        <p14:creationId xmlns:p14="http://schemas.microsoft.com/office/powerpoint/2010/main" val="18874666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E6DEBAD-1B65-499B-B30B-B30DBA97BFCE}" type="datetime1">
              <a:rPr lang="en-US" smtClean="0">
                <a:solidFill>
                  <a:srgbClr val="632423">
                    <a:tint val="75000"/>
                  </a:srgbClr>
                </a:solidFill>
              </a:rPr>
              <a:t>1/19/2026</a:t>
            </a:fld>
            <a:endParaRPr lang="en-US" dirty="0">
              <a:solidFill>
                <a:srgbClr val="632423">
                  <a:tint val="75000"/>
                </a:srgbClr>
              </a:solidFill>
            </a:endParaRPr>
          </a:p>
        </p:txBody>
      </p:sp>
      <p:sp>
        <p:nvSpPr>
          <p:cNvPr id="4" name="Footer Placeholder 3"/>
          <p:cNvSpPr>
            <a:spLocks noGrp="1"/>
          </p:cNvSpPr>
          <p:nvPr>
            <p:ph type="ftr" sz="quarter" idx="11"/>
          </p:nvPr>
        </p:nvSpPr>
        <p:spPr/>
        <p:txBody>
          <a:bodyPr/>
          <a:lstStyle/>
          <a:p>
            <a:endParaRPr lang="en-US" dirty="0">
              <a:solidFill>
                <a:srgbClr val="632423">
                  <a:tint val="75000"/>
                </a:srgbClr>
              </a:solidFill>
            </a:endParaRPr>
          </a:p>
        </p:txBody>
      </p:sp>
      <p:sp>
        <p:nvSpPr>
          <p:cNvPr id="5" name="Slide Number Placeholder 4"/>
          <p:cNvSpPr>
            <a:spLocks noGrp="1"/>
          </p:cNvSpPr>
          <p:nvPr>
            <p:ph type="sldNum" sz="quarter" idx="12"/>
          </p:nvPr>
        </p:nvSpPr>
        <p:spPr/>
        <p:txBody>
          <a:bodyPr/>
          <a:lstStyle/>
          <a:p>
            <a:fld id="{54B2D119-4472-444A-BADD-4113D315726F}" type="slidenum">
              <a:rPr lang="en-US" smtClean="0">
                <a:solidFill>
                  <a:srgbClr val="632423">
                    <a:tint val="75000"/>
                  </a:srgbClr>
                </a:solidFill>
              </a:rPr>
              <a:pPr/>
              <a:t>‹#›</a:t>
            </a:fld>
            <a:endParaRPr lang="en-US" dirty="0">
              <a:solidFill>
                <a:srgbClr val="632423">
                  <a:tint val="75000"/>
                </a:srgbClr>
              </a:solidFill>
            </a:endParaRPr>
          </a:p>
        </p:txBody>
      </p:sp>
    </p:spTree>
    <p:extLst>
      <p:ext uri="{BB962C8B-B14F-4D97-AF65-F5344CB8AC3E}">
        <p14:creationId xmlns:p14="http://schemas.microsoft.com/office/powerpoint/2010/main" val="4178538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1407F1-3B8E-4FFB-9779-E9FD233CD721}" type="datetime1">
              <a:rPr lang="en-US" smtClean="0">
                <a:solidFill>
                  <a:srgbClr val="632423">
                    <a:tint val="75000"/>
                  </a:srgbClr>
                </a:solidFill>
              </a:rPr>
              <a:t>1/19/2026</a:t>
            </a:fld>
            <a:endParaRPr lang="en-US" dirty="0">
              <a:solidFill>
                <a:srgbClr val="632423">
                  <a:tint val="75000"/>
                </a:srgbClr>
              </a:solidFill>
            </a:endParaRPr>
          </a:p>
        </p:txBody>
      </p:sp>
      <p:sp>
        <p:nvSpPr>
          <p:cNvPr id="3" name="Footer Placeholder 2"/>
          <p:cNvSpPr>
            <a:spLocks noGrp="1"/>
          </p:cNvSpPr>
          <p:nvPr>
            <p:ph type="ftr" sz="quarter" idx="11"/>
          </p:nvPr>
        </p:nvSpPr>
        <p:spPr/>
        <p:txBody>
          <a:bodyPr/>
          <a:lstStyle/>
          <a:p>
            <a:endParaRPr lang="en-US" dirty="0">
              <a:solidFill>
                <a:srgbClr val="632423">
                  <a:tint val="75000"/>
                </a:srgbClr>
              </a:solidFill>
            </a:endParaRPr>
          </a:p>
        </p:txBody>
      </p:sp>
      <p:sp>
        <p:nvSpPr>
          <p:cNvPr id="4" name="Slide Number Placeholder 3"/>
          <p:cNvSpPr>
            <a:spLocks noGrp="1"/>
          </p:cNvSpPr>
          <p:nvPr>
            <p:ph type="sldNum" sz="quarter" idx="12"/>
          </p:nvPr>
        </p:nvSpPr>
        <p:spPr/>
        <p:txBody>
          <a:bodyPr/>
          <a:lstStyle/>
          <a:p>
            <a:fld id="{54B2D119-4472-444A-BADD-4113D315726F}" type="slidenum">
              <a:rPr lang="en-US" smtClean="0">
                <a:solidFill>
                  <a:srgbClr val="632423">
                    <a:tint val="75000"/>
                  </a:srgbClr>
                </a:solidFill>
              </a:rPr>
              <a:pPr/>
              <a:t>‹#›</a:t>
            </a:fld>
            <a:endParaRPr lang="en-US" dirty="0">
              <a:solidFill>
                <a:srgbClr val="632423">
                  <a:tint val="75000"/>
                </a:srgbClr>
              </a:solidFill>
            </a:endParaRPr>
          </a:p>
        </p:txBody>
      </p:sp>
    </p:spTree>
    <p:extLst>
      <p:ext uri="{BB962C8B-B14F-4D97-AF65-F5344CB8AC3E}">
        <p14:creationId xmlns:p14="http://schemas.microsoft.com/office/powerpoint/2010/main" val="22249261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1638BDF-3186-48AB-8767-941C758F90F9}" type="datetime1">
              <a:rPr lang="en-US" smtClean="0">
                <a:solidFill>
                  <a:srgbClr val="632423">
                    <a:tint val="75000"/>
                  </a:srgbClr>
                </a:solidFill>
              </a:rPr>
              <a:t>1/19/2026</a:t>
            </a:fld>
            <a:endParaRPr lang="en-US" dirty="0">
              <a:solidFill>
                <a:srgbClr val="632423">
                  <a:tint val="75000"/>
                </a:srgbClr>
              </a:solidFill>
            </a:endParaRPr>
          </a:p>
        </p:txBody>
      </p:sp>
      <p:sp>
        <p:nvSpPr>
          <p:cNvPr id="6" name="Footer Placeholder 5"/>
          <p:cNvSpPr>
            <a:spLocks noGrp="1"/>
          </p:cNvSpPr>
          <p:nvPr>
            <p:ph type="ftr" sz="quarter" idx="11"/>
          </p:nvPr>
        </p:nvSpPr>
        <p:spPr/>
        <p:txBody>
          <a:bodyPr/>
          <a:lstStyle/>
          <a:p>
            <a:endParaRPr lang="en-US" dirty="0">
              <a:solidFill>
                <a:srgbClr val="632423">
                  <a:tint val="75000"/>
                </a:srgbClr>
              </a:solidFill>
            </a:endParaRPr>
          </a:p>
        </p:txBody>
      </p:sp>
      <p:sp>
        <p:nvSpPr>
          <p:cNvPr id="7" name="Slide Number Placeholder 6"/>
          <p:cNvSpPr>
            <a:spLocks noGrp="1"/>
          </p:cNvSpPr>
          <p:nvPr>
            <p:ph type="sldNum" sz="quarter" idx="12"/>
          </p:nvPr>
        </p:nvSpPr>
        <p:spPr/>
        <p:txBody>
          <a:bodyPr/>
          <a:lstStyle/>
          <a:p>
            <a:fld id="{54B2D119-4472-444A-BADD-4113D315726F}" type="slidenum">
              <a:rPr lang="en-US" smtClean="0">
                <a:solidFill>
                  <a:srgbClr val="632423">
                    <a:tint val="75000"/>
                  </a:srgbClr>
                </a:solidFill>
              </a:rPr>
              <a:pPr/>
              <a:t>‹#›</a:t>
            </a:fld>
            <a:endParaRPr lang="en-US" dirty="0">
              <a:solidFill>
                <a:srgbClr val="632423">
                  <a:tint val="75000"/>
                </a:srgbClr>
              </a:solidFill>
            </a:endParaRPr>
          </a:p>
        </p:txBody>
      </p:sp>
    </p:spTree>
    <p:extLst>
      <p:ext uri="{BB962C8B-B14F-4D97-AF65-F5344CB8AC3E}">
        <p14:creationId xmlns:p14="http://schemas.microsoft.com/office/powerpoint/2010/main" val="18114948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746CC83-C368-4FB2-9508-81CA2D369CA6}" type="datetime1">
              <a:rPr lang="en-US" smtClean="0">
                <a:solidFill>
                  <a:srgbClr val="632423">
                    <a:tint val="75000"/>
                  </a:srgbClr>
                </a:solidFill>
              </a:rPr>
              <a:t>1/19/2026</a:t>
            </a:fld>
            <a:endParaRPr lang="en-US" dirty="0">
              <a:solidFill>
                <a:srgbClr val="632423">
                  <a:tint val="75000"/>
                </a:srgbClr>
              </a:solidFill>
            </a:endParaRPr>
          </a:p>
        </p:txBody>
      </p:sp>
      <p:sp>
        <p:nvSpPr>
          <p:cNvPr id="6" name="Footer Placeholder 5"/>
          <p:cNvSpPr>
            <a:spLocks noGrp="1"/>
          </p:cNvSpPr>
          <p:nvPr>
            <p:ph type="ftr" sz="quarter" idx="11"/>
          </p:nvPr>
        </p:nvSpPr>
        <p:spPr/>
        <p:txBody>
          <a:bodyPr/>
          <a:lstStyle/>
          <a:p>
            <a:endParaRPr lang="en-US" dirty="0">
              <a:solidFill>
                <a:srgbClr val="632423">
                  <a:tint val="75000"/>
                </a:srgbClr>
              </a:solidFill>
            </a:endParaRPr>
          </a:p>
        </p:txBody>
      </p:sp>
      <p:sp>
        <p:nvSpPr>
          <p:cNvPr id="7" name="Slide Number Placeholder 6"/>
          <p:cNvSpPr>
            <a:spLocks noGrp="1"/>
          </p:cNvSpPr>
          <p:nvPr>
            <p:ph type="sldNum" sz="quarter" idx="12"/>
          </p:nvPr>
        </p:nvSpPr>
        <p:spPr/>
        <p:txBody>
          <a:bodyPr/>
          <a:lstStyle/>
          <a:p>
            <a:fld id="{54B2D119-4472-444A-BADD-4113D315726F}" type="slidenum">
              <a:rPr lang="en-US" smtClean="0">
                <a:solidFill>
                  <a:srgbClr val="632423">
                    <a:tint val="75000"/>
                  </a:srgbClr>
                </a:solidFill>
              </a:rPr>
              <a:pPr/>
              <a:t>‹#›</a:t>
            </a:fld>
            <a:endParaRPr lang="en-US" dirty="0">
              <a:solidFill>
                <a:srgbClr val="632423">
                  <a:tint val="75000"/>
                </a:srgbClr>
              </a:solidFill>
            </a:endParaRPr>
          </a:p>
        </p:txBody>
      </p:sp>
    </p:spTree>
    <p:extLst>
      <p:ext uri="{BB962C8B-B14F-4D97-AF65-F5344CB8AC3E}">
        <p14:creationId xmlns:p14="http://schemas.microsoft.com/office/powerpoint/2010/main" val="664235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F8CF0F-F8B5-4897-93C2-FDDACFCAAC72}" type="datetime1">
              <a:rPr lang="en-US" smtClean="0">
                <a:solidFill>
                  <a:srgbClr val="632423">
                    <a:tint val="75000"/>
                  </a:srgbClr>
                </a:solidFill>
              </a:rPr>
              <a:t>1/19/2026</a:t>
            </a:fld>
            <a:endParaRPr lang="en-US" dirty="0">
              <a:solidFill>
                <a:srgbClr val="632423">
                  <a:tint val="75000"/>
                </a:srgbClr>
              </a:solidFill>
            </a:endParaRPr>
          </a:p>
        </p:txBody>
      </p:sp>
      <p:sp>
        <p:nvSpPr>
          <p:cNvPr id="5" name="Footer Placeholder 4"/>
          <p:cNvSpPr>
            <a:spLocks noGrp="1"/>
          </p:cNvSpPr>
          <p:nvPr>
            <p:ph type="ftr" sz="quarter" idx="11"/>
          </p:nvPr>
        </p:nvSpPr>
        <p:spPr/>
        <p:txBody>
          <a:bodyPr/>
          <a:lstStyle/>
          <a:p>
            <a:endParaRPr lang="en-US" dirty="0">
              <a:solidFill>
                <a:srgbClr val="632423">
                  <a:tint val="75000"/>
                </a:srgbClr>
              </a:solidFill>
            </a:endParaRPr>
          </a:p>
        </p:txBody>
      </p:sp>
      <p:sp>
        <p:nvSpPr>
          <p:cNvPr id="6" name="Slide Number Placeholder 5"/>
          <p:cNvSpPr>
            <a:spLocks noGrp="1"/>
          </p:cNvSpPr>
          <p:nvPr>
            <p:ph type="sldNum" sz="quarter" idx="12"/>
          </p:nvPr>
        </p:nvSpPr>
        <p:spPr/>
        <p:txBody>
          <a:bodyPr/>
          <a:lstStyle/>
          <a:p>
            <a:fld id="{54B2D119-4472-444A-BADD-4113D315726F}" type="slidenum">
              <a:rPr lang="en-US" smtClean="0">
                <a:solidFill>
                  <a:srgbClr val="632423">
                    <a:tint val="75000"/>
                  </a:srgbClr>
                </a:solidFill>
              </a:rPr>
              <a:pPr/>
              <a:t>‹#›</a:t>
            </a:fld>
            <a:endParaRPr lang="en-US" dirty="0">
              <a:solidFill>
                <a:srgbClr val="632423">
                  <a:tint val="75000"/>
                </a:srgbClr>
              </a:solidFill>
            </a:endParaRPr>
          </a:p>
        </p:txBody>
      </p:sp>
    </p:spTree>
    <p:extLst>
      <p:ext uri="{BB962C8B-B14F-4D97-AF65-F5344CB8AC3E}">
        <p14:creationId xmlns:p14="http://schemas.microsoft.com/office/powerpoint/2010/main" val="25220050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E5AEFB-17CE-4D83-986F-0AF580007747}" type="datetime1">
              <a:rPr lang="en-US" smtClean="0">
                <a:solidFill>
                  <a:srgbClr val="632423">
                    <a:tint val="75000"/>
                  </a:srgbClr>
                </a:solidFill>
              </a:rPr>
              <a:t>1/19/2026</a:t>
            </a:fld>
            <a:endParaRPr lang="en-US" dirty="0">
              <a:solidFill>
                <a:srgbClr val="632423">
                  <a:tint val="75000"/>
                </a:srgbClr>
              </a:solidFill>
            </a:endParaRPr>
          </a:p>
        </p:txBody>
      </p:sp>
      <p:sp>
        <p:nvSpPr>
          <p:cNvPr id="5" name="Footer Placeholder 4"/>
          <p:cNvSpPr>
            <a:spLocks noGrp="1"/>
          </p:cNvSpPr>
          <p:nvPr>
            <p:ph type="ftr" sz="quarter" idx="11"/>
          </p:nvPr>
        </p:nvSpPr>
        <p:spPr/>
        <p:txBody>
          <a:bodyPr/>
          <a:lstStyle/>
          <a:p>
            <a:endParaRPr lang="en-US" dirty="0">
              <a:solidFill>
                <a:srgbClr val="632423">
                  <a:tint val="75000"/>
                </a:srgbClr>
              </a:solidFill>
            </a:endParaRPr>
          </a:p>
        </p:txBody>
      </p:sp>
      <p:sp>
        <p:nvSpPr>
          <p:cNvPr id="6" name="Slide Number Placeholder 5"/>
          <p:cNvSpPr>
            <a:spLocks noGrp="1"/>
          </p:cNvSpPr>
          <p:nvPr>
            <p:ph type="sldNum" sz="quarter" idx="12"/>
          </p:nvPr>
        </p:nvSpPr>
        <p:spPr/>
        <p:txBody>
          <a:bodyPr/>
          <a:lstStyle/>
          <a:p>
            <a:fld id="{54B2D119-4472-444A-BADD-4113D315726F}" type="slidenum">
              <a:rPr lang="en-US" smtClean="0">
                <a:solidFill>
                  <a:srgbClr val="632423">
                    <a:tint val="75000"/>
                  </a:srgbClr>
                </a:solidFill>
              </a:rPr>
              <a:pPr/>
              <a:t>‹#›</a:t>
            </a:fld>
            <a:endParaRPr lang="en-US" dirty="0">
              <a:solidFill>
                <a:srgbClr val="632423">
                  <a:tint val="75000"/>
                </a:srgbClr>
              </a:solidFill>
            </a:endParaRPr>
          </a:p>
        </p:txBody>
      </p:sp>
    </p:spTree>
    <p:extLst>
      <p:ext uri="{BB962C8B-B14F-4D97-AF65-F5344CB8AC3E}">
        <p14:creationId xmlns:p14="http://schemas.microsoft.com/office/powerpoint/2010/main" val="3223986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018A17-682F-4E8E-AC87-BEC12810BA18}"/>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AF6211D-5068-41A4-A8D3-9A9F2BBBBD64}"/>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088DA6-42E6-4C7D-B389-0E219B169DEF}"/>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139065-77F0-4A99-84B5-BFB578398308}" type="datetimeFigureOut">
              <a:rPr lang="en-US" smtClean="0"/>
              <a:t>1/19/2026</a:t>
            </a:fld>
            <a:endParaRPr lang="en-US"/>
          </a:p>
        </p:txBody>
      </p:sp>
      <p:sp>
        <p:nvSpPr>
          <p:cNvPr id="5" name="Footer Placeholder 4">
            <a:extLst>
              <a:ext uri="{FF2B5EF4-FFF2-40B4-BE49-F238E27FC236}">
                <a16:creationId xmlns:a16="http://schemas.microsoft.com/office/drawing/2014/main" id="{AE081CC6-223B-439F-A78B-6B66F15AD4B4}"/>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ED51943-BA35-450C-8864-5BAFC2357683}"/>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E7920D-D0D2-4729-97E5-6C0F1CABD424}" type="slidenum">
              <a:rPr lang="en-US" smtClean="0"/>
              <a:t>‹#›</a:t>
            </a:fld>
            <a:endParaRPr lang="en-US"/>
          </a:p>
        </p:txBody>
      </p:sp>
    </p:spTree>
    <p:extLst>
      <p:ext uri="{BB962C8B-B14F-4D97-AF65-F5344CB8AC3E}">
        <p14:creationId xmlns:p14="http://schemas.microsoft.com/office/powerpoint/2010/main" val="11807256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6E39B6-0C38-40E8-86A4-436A675CD9C9}" type="datetime1">
              <a:rPr lang="en-US" smtClean="0">
                <a:solidFill>
                  <a:srgbClr val="632423">
                    <a:tint val="75000"/>
                  </a:srgbClr>
                </a:solidFill>
              </a:rPr>
              <a:t>1/19/2026</a:t>
            </a:fld>
            <a:endParaRPr lang="en-US" dirty="0">
              <a:solidFill>
                <a:srgbClr val="632423">
                  <a:tint val="75000"/>
                </a:srgbClr>
              </a:solidFill>
            </a:endParaRPr>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srgbClr val="632423">
                  <a:tint val="75000"/>
                </a:srgbClr>
              </a:solidFill>
            </a:endParaRPr>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B2D119-4472-444A-BADD-4113D315726F}" type="slidenum">
              <a:rPr lang="en-US" smtClean="0">
                <a:solidFill>
                  <a:srgbClr val="632423">
                    <a:tint val="75000"/>
                  </a:srgbClr>
                </a:solidFill>
              </a:rPr>
              <a:pPr/>
              <a:t>‹#›</a:t>
            </a:fld>
            <a:endParaRPr lang="en-US" dirty="0">
              <a:solidFill>
                <a:srgbClr val="632423">
                  <a:tint val="75000"/>
                </a:srgbClr>
              </a:solidFill>
            </a:endParaRPr>
          </a:p>
        </p:txBody>
      </p:sp>
    </p:spTree>
    <p:extLst>
      <p:ext uri="{BB962C8B-B14F-4D97-AF65-F5344CB8AC3E}">
        <p14:creationId xmlns:p14="http://schemas.microsoft.com/office/powerpoint/2010/main" val="14527872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www.nerdwallet.com/blog/loans/student-loans/negotiating-salary-study/" TargetMode="Externa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1219200"/>
            <a:ext cx="8458200" cy="5029200"/>
          </a:xfrm>
        </p:spPr>
        <p:txBody>
          <a:bodyPr>
            <a:normAutofit/>
          </a:bodyPr>
          <a:lstStyle/>
          <a:p>
            <a:r>
              <a:rPr lang="en-US" sz="2800" b="1" dirty="0">
                <a:solidFill>
                  <a:srgbClr val="0C2340"/>
                </a:solidFill>
              </a:rPr>
              <a:t>NEGOTIATION AND CONFLICT MANAGEMENT</a:t>
            </a:r>
            <a:br>
              <a:rPr lang="en-US" sz="2800" b="1" dirty="0">
                <a:solidFill>
                  <a:srgbClr val="0C2340"/>
                </a:solidFill>
              </a:rPr>
            </a:br>
            <a:br>
              <a:rPr lang="en-US" sz="2800" dirty="0">
                <a:solidFill>
                  <a:srgbClr val="0C2340"/>
                </a:solidFill>
              </a:rPr>
            </a:br>
            <a:r>
              <a:rPr lang="en-US" sz="2800" dirty="0">
                <a:solidFill>
                  <a:srgbClr val="0C2340"/>
                </a:solidFill>
              </a:rPr>
              <a:t>Individual Differences</a:t>
            </a:r>
            <a:endParaRPr lang="en-US" dirty="0">
              <a:solidFill>
                <a:srgbClr val="0C2340"/>
              </a:solidFill>
            </a:endParaRPr>
          </a:p>
        </p:txBody>
      </p:sp>
      <p:sp>
        <p:nvSpPr>
          <p:cNvPr id="3" name="Slide Number Placeholder 2"/>
          <p:cNvSpPr>
            <a:spLocks noGrp="1"/>
          </p:cNvSpPr>
          <p:nvPr>
            <p:ph type="sldNum" sz="quarter" idx="12"/>
          </p:nvPr>
        </p:nvSpPr>
        <p:spPr/>
        <p:txBody>
          <a:bodyPr/>
          <a:lstStyle/>
          <a:p>
            <a:fld id="{54B2D119-4472-444A-BADD-4113D315726F}" type="slidenum">
              <a:rPr lang="en-US">
                <a:solidFill>
                  <a:srgbClr val="632423">
                    <a:tint val="75000"/>
                  </a:srgbClr>
                </a:solidFill>
                <a:latin typeface="Times New Roman"/>
              </a:rPr>
              <a:pPr/>
              <a:t>1</a:t>
            </a:fld>
            <a:endParaRPr lang="en-US" dirty="0">
              <a:solidFill>
                <a:srgbClr val="632423">
                  <a:tint val="75000"/>
                </a:srgbClr>
              </a:solidFill>
              <a:latin typeface="Times New Roman"/>
            </a:endParaRPr>
          </a:p>
        </p:txBody>
      </p:sp>
    </p:spTree>
    <p:extLst>
      <p:ext uri="{BB962C8B-B14F-4D97-AF65-F5344CB8AC3E}">
        <p14:creationId xmlns:p14="http://schemas.microsoft.com/office/powerpoint/2010/main" val="586530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20" y="1143000"/>
            <a:ext cx="8595360" cy="1938992"/>
          </a:xfrm>
          <a:prstGeom prst="rect">
            <a:avLst/>
          </a:prstGeom>
          <a:noFill/>
        </p:spPr>
        <p:txBody>
          <a:bodyPr wrap="square" rtlCol="0">
            <a:spAutoFit/>
          </a:bodyPr>
          <a:lstStyle/>
          <a:p>
            <a:pPr marL="285750" indent="-285750">
              <a:buFont typeface="Wingdings" panose="05000000000000000000" pitchFamily="2" charset="2"/>
              <a:buChar char="§"/>
            </a:pPr>
            <a:r>
              <a:rPr lang="en-US" sz="2000" dirty="0">
                <a:solidFill>
                  <a:srgbClr val="0C2340"/>
                </a:solidFill>
                <a:latin typeface="Times New Roman"/>
              </a:rPr>
              <a:t>Thomas-</a:t>
            </a:r>
            <a:r>
              <a:rPr lang="en-US" sz="2000" dirty="0" err="1">
                <a:solidFill>
                  <a:srgbClr val="0C2340"/>
                </a:solidFill>
                <a:latin typeface="Times New Roman"/>
              </a:rPr>
              <a:t>Kilmann</a:t>
            </a:r>
            <a:r>
              <a:rPr lang="en-US" sz="2000" dirty="0">
                <a:solidFill>
                  <a:srgbClr val="0C2340"/>
                </a:solidFill>
                <a:latin typeface="Times New Roman"/>
              </a:rPr>
              <a:t> conflict mode</a:t>
            </a:r>
          </a:p>
          <a:p>
            <a:pPr marL="285750" indent="-285750">
              <a:buFont typeface="Wingdings" panose="05000000000000000000" pitchFamily="2" charset="2"/>
              <a:buChar char="§"/>
            </a:pPr>
            <a:endParaRPr lang="en-US" sz="2000" dirty="0">
              <a:solidFill>
                <a:srgbClr val="0C2340"/>
              </a:solidFill>
              <a:latin typeface="Times New Roman"/>
            </a:endParaRPr>
          </a:p>
          <a:p>
            <a:pPr marL="285750" indent="-285750">
              <a:buFont typeface="Wingdings" panose="05000000000000000000" pitchFamily="2" charset="2"/>
              <a:buChar char="§"/>
            </a:pPr>
            <a:r>
              <a:rPr lang="en-US" sz="2000" dirty="0">
                <a:solidFill>
                  <a:srgbClr val="0C2340"/>
                </a:solidFill>
                <a:latin typeface="Times New Roman"/>
              </a:rPr>
              <a:t>Big Five personality traits</a:t>
            </a:r>
          </a:p>
          <a:p>
            <a:pPr marL="285750" indent="-285750">
              <a:buFont typeface="Wingdings" panose="05000000000000000000" pitchFamily="2" charset="2"/>
              <a:buChar char="§"/>
            </a:pPr>
            <a:endParaRPr lang="en-US" sz="2000" dirty="0">
              <a:solidFill>
                <a:srgbClr val="0C2340"/>
              </a:solidFill>
              <a:latin typeface="Times New Roman"/>
            </a:endParaRPr>
          </a:p>
          <a:p>
            <a:pPr marL="285750" indent="-285750">
              <a:buFont typeface="Wingdings" panose="05000000000000000000" pitchFamily="2" charset="2"/>
              <a:buChar char="§"/>
            </a:pPr>
            <a:r>
              <a:rPr lang="en-US" sz="2000" dirty="0">
                <a:solidFill>
                  <a:srgbClr val="0C2340"/>
                </a:solidFill>
                <a:latin typeface="Times New Roman"/>
              </a:rPr>
              <a:t>Political skill</a:t>
            </a:r>
          </a:p>
          <a:p>
            <a:pPr marL="285750" indent="-285750">
              <a:buFont typeface="Wingdings" panose="05000000000000000000" pitchFamily="2" charset="2"/>
              <a:buChar char="§"/>
            </a:pPr>
            <a:endParaRPr lang="en-US" sz="2000" dirty="0">
              <a:solidFill>
                <a:srgbClr val="0C2340"/>
              </a:solidFill>
              <a:latin typeface="Times New Roman"/>
            </a:endParaRPr>
          </a:p>
        </p:txBody>
      </p:sp>
      <p:sp>
        <p:nvSpPr>
          <p:cNvPr id="3" name="TextBox 2"/>
          <p:cNvSpPr txBox="1"/>
          <p:nvPr/>
        </p:nvSpPr>
        <p:spPr>
          <a:xfrm>
            <a:off x="914400" y="457202"/>
            <a:ext cx="7315200" cy="584775"/>
          </a:xfrm>
          <a:prstGeom prst="rect">
            <a:avLst/>
          </a:prstGeom>
          <a:noFill/>
        </p:spPr>
        <p:txBody>
          <a:bodyPr wrap="square" rtlCol="0">
            <a:spAutoFit/>
          </a:bodyPr>
          <a:lstStyle/>
          <a:p>
            <a:pPr algn="ctr"/>
            <a:r>
              <a:rPr lang="en-US" sz="3200" dirty="0">
                <a:solidFill>
                  <a:srgbClr val="0C2340"/>
                </a:solidFill>
                <a:latin typeface="Times New Roman"/>
              </a:rPr>
              <a:t>Individual Assessments</a:t>
            </a:r>
          </a:p>
        </p:txBody>
      </p:sp>
      <p:sp>
        <p:nvSpPr>
          <p:cNvPr id="2" name="Slide Number Placeholder 1"/>
          <p:cNvSpPr>
            <a:spLocks noGrp="1"/>
          </p:cNvSpPr>
          <p:nvPr>
            <p:ph type="sldNum" sz="quarter" idx="12"/>
          </p:nvPr>
        </p:nvSpPr>
        <p:spPr/>
        <p:txBody>
          <a:bodyPr/>
          <a:lstStyle/>
          <a:p>
            <a:fld id="{54B2D119-4472-444A-BADD-4113D315726F}" type="slidenum">
              <a:rPr lang="en-US">
                <a:solidFill>
                  <a:srgbClr val="632423">
                    <a:tint val="75000"/>
                  </a:srgbClr>
                </a:solidFill>
                <a:latin typeface="Times New Roman"/>
              </a:rPr>
              <a:pPr/>
              <a:t>2</a:t>
            </a:fld>
            <a:endParaRPr lang="en-US" dirty="0">
              <a:solidFill>
                <a:srgbClr val="632423">
                  <a:tint val="75000"/>
                </a:srgbClr>
              </a:solidFill>
              <a:latin typeface="Times New Roman"/>
            </a:endParaRPr>
          </a:p>
        </p:txBody>
      </p:sp>
      <p:sp>
        <p:nvSpPr>
          <p:cNvPr id="5" name="AutoShape 2" descr="Image result for personality"/>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solidFill>
                <a:srgbClr val="632423"/>
              </a:solidFill>
              <a:latin typeface="Times New Roman"/>
            </a:endParaRPr>
          </a:p>
        </p:txBody>
      </p:sp>
      <p:pic>
        <p:nvPicPr>
          <p:cNvPr id="6" name="Picture 5"/>
          <p:cNvPicPr>
            <a:picLocks noChangeAspect="1"/>
          </p:cNvPicPr>
          <p:nvPr/>
        </p:nvPicPr>
        <p:blipFill>
          <a:blip r:embed="rId2"/>
          <a:stretch>
            <a:fillRect/>
          </a:stretch>
        </p:blipFill>
        <p:spPr>
          <a:xfrm>
            <a:off x="4648200" y="3726691"/>
            <a:ext cx="3028006" cy="2040854"/>
          </a:xfrm>
          <a:prstGeom prst="rect">
            <a:avLst/>
          </a:prstGeom>
        </p:spPr>
      </p:pic>
    </p:spTree>
    <p:extLst>
      <p:ext uri="{BB962C8B-B14F-4D97-AF65-F5344CB8AC3E}">
        <p14:creationId xmlns:p14="http://schemas.microsoft.com/office/powerpoint/2010/main" val="29186897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0" y="1133149"/>
            <a:ext cx="5486400" cy="5268191"/>
          </a:xfrm>
          <a:prstGeom prst="rect">
            <a:avLst/>
          </a:prstGeom>
        </p:spPr>
      </p:pic>
      <p:sp>
        <p:nvSpPr>
          <p:cNvPr id="2" name="Slide Number Placeholder 1"/>
          <p:cNvSpPr>
            <a:spLocks noGrp="1"/>
          </p:cNvSpPr>
          <p:nvPr>
            <p:ph type="sldNum" sz="quarter" idx="12"/>
          </p:nvPr>
        </p:nvSpPr>
        <p:spPr/>
        <p:txBody>
          <a:bodyPr/>
          <a:lstStyle/>
          <a:p>
            <a:fld id="{54B2D119-4472-444A-BADD-4113D315726F}" type="slidenum">
              <a:rPr lang="en-US">
                <a:solidFill>
                  <a:srgbClr val="632423">
                    <a:tint val="75000"/>
                  </a:srgbClr>
                </a:solidFill>
                <a:latin typeface="Times New Roman"/>
              </a:rPr>
              <a:pPr/>
              <a:t>3</a:t>
            </a:fld>
            <a:endParaRPr lang="en-US" dirty="0">
              <a:solidFill>
                <a:srgbClr val="632423">
                  <a:tint val="75000"/>
                </a:srgbClr>
              </a:solidFill>
              <a:latin typeface="Times New Roman"/>
            </a:endParaRPr>
          </a:p>
        </p:txBody>
      </p:sp>
      <p:sp>
        <p:nvSpPr>
          <p:cNvPr id="6" name="TextBox 5"/>
          <p:cNvSpPr txBox="1"/>
          <p:nvPr/>
        </p:nvSpPr>
        <p:spPr>
          <a:xfrm>
            <a:off x="914400" y="457202"/>
            <a:ext cx="7315200" cy="584775"/>
          </a:xfrm>
          <a:prstGeom prst="rect">
            <a:avLst/>
          </a:prstGeom>
          <a:noFill/>
        </p:spPr>
        <p:txBody>
          <a:bodyPr wrap="square" rtlCol="0">
            <a:spAutoFit/>
          </a:bodyPr>
          <a:lstStyle/>
          <a:p>
            <a:pPr algn="ctr"/>
            <a:r>
              <a:rPr lang="en-US" sz="3200" dirty="0">
                <a:solidFill>
                  <a:srgbClr val="0C2340"/>
                </a:solidFill>
                <a:latin typeface="Times New Roman"/>
              </a:rPr>
              <a:t>Thomas-</a:t>
            </a:r>
            <a:r>
              <a:rPr lang="en-US" sz="3200" dirty="0" err="1">
                <a:solidFill>
                  <a:srgbClr val="0C2340"/>
                </a:solidFill>
                <a:latin typeface="Times New Roman"/>
              </a:rPr>
              <a:t>Kilmann</a:t>
            </a:r>
            <a:endParaRPr lang="en-US" sz="3200" dirty="0">
              <a:solidFill>
                <a:srgbClr val="0C2340"/>
              </a:solidFill>
              <a:latin typeface="Times New Roman"/>
            </a:endParaRPr>
          </a:p>
        </p:txBody>
      </p:sp>
    </p:spTree>
    <p:extLst>
      <p:ext uri="{BB962C8B-B14F-4D97-AF65-F5344CB8AC3E}">
        <p14:creationId xmlns:p14="http://schemas.microsoft.com/office/powerpoint/2010/main" val="3722649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61999" y="1122140"/>
            <a:ext cx="7543800" cy="461665"/>
          </a:xfrm>
          <a:prstGeom prst="rect">
            <a:avLst/>
          </a:prstGeom>
          <a:noFill/>
        </p:spPr>
        <p:txBody>
          <a:bodyPr wrap="square" rtlCol="0">
            <a:spAutoFit/>
          </a:bodyPr>
          <a:lstStyle/>
          <a:p>
            <a:pPr algn="ctr"/>
            <a:r>
              <a:rPr lang="en-US" sz="2400" dirty="0">
                <a:solidFill>
                  <a:srgbClr val="632423"/>
                </a:solidFill>
                <a:latin typeface="Times New Roman"/>
              </a:rPr>
              <a:t>Individual Differences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0065" y="228602"/>
            <a:ext cx="5047668" cy="6267393"/>
          </a:xfrm>
          <a:prstGeom prst="rect">
            <a:avLst/>
          </a:prstGeom>
        </p:spPr>
      </p:pic>
      <p:sp>
        <p:nvSpPr>
          <p:cNvPr id="2" name="Slide Number Placeholder 1"/>
          <p:cNvSpPr>
            <a:spLocks noGrp="1"/>
          </p:cNvSpPr>
          <p:nvPr>
            <p:ph type="sldNum" sz="quarter" idx="12"/>
          </p:nvPr>
        </p:nvSpPr>
        <p:spPr/>
        <p:txBody>
          <a:bodyPr/>
          <a:lstStyle/>
          <a:p>
            <a:fld id="{54B2D119-4472-444A-BADD-4113D315726F}" type="slidenum">
              <a:rPr lang="en-US">
                <a:solidFill>
                  <a:srgbClr val="632423">
                    <a:tint val="75000"/>
                  </a:srgbClr>
                </a:solidFill>
                <a:latin typeface="Times New Roman"/>
              </a:rPr>
              <a:pPr/>
              <a:t>4</a:t>
            </a:fld>
            <a:endParaRPr lang="en-US" dirty="0">
              <a:solidFill>
                <a:srgbClr val="632423">
                  <a:tint val="75000"/>
                </a:srgbClr>
              </a:solidFill>
              <a:latin typeface="Times New Roman"/>
            </a:endParaRPr>
          </a:p>
        </p:txBody>
      </p:sp>
    </p:spTree>
    <p:extLst>
      <p:ext uri="{BB962C8B-B14F-4D97-AF65-F5344CB8AC3E}">
        <p14:creationId xmlns:p14="http://schemas.microsoft.com/office/powerpoint/2010/main" val="18541020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82457" y="1197768"/>
            <a:ext cx="8000999" cy="400110"/>
          </a:xfrm>
          <a:prstGeom prst="rect">
            <a:avLst/>
          </a:prstGeom>
          <a:noFill/>
        </p:spPr>
        <p:txBody>
          <a:bodyPr wrap="square" rtlCol="0">
            <a:spAutoFit/>
          </a:bodyPr>
          <a:lstStyle/>
          <a:p>
            <a:pPr algn="ctr"/>
            <a:r>
              <a:rPr lang="en-US" sz="2000" dirty="0">
                <a:solidFill>
                  <a:srgbClr val="000000"/>
                </a:solidFill>
                <a:latin typeface="Times New Roman"/>
              </a:rPr>
              <a:t>Thomas-</a:t>
            </a:r>
            <a:r>
              <a:rPr lang="en-US" sz="2000" dirty="0" err="1">
                <a:solidFill>
                  <a:srgbClr val="000000"/>
                </a:solidFill>
                <a:latin typeface="Times New Roman"/>
              </a:rPr>
              <a:t>Kilmann</a:t>
            </a:r>
            <a:r>
              <a:rPr lang="en-US" sz="2000" dirty="0">
                <a:solidFill>
                  <a:srgbClr val="000000"/>
                </a:solidFill>
                <a:latin typeface="Times New Roman"/>
              </a:rPr>
              <a:t> conflict mode instrument percentiles</a:t>
            </a:r>
            <a:endParaRPr lang="en-US" sz="2000" i="1" dirty="0">
              <a:solidFill>
                <a:srgbClr val="000000"/>
              </a:solidFill>
              <a:latin typeface="Times New Roman"/>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457" y="1828802"/>
            <a:ext cx="8084593" cy="4633415"/>
          </a:xfrm>
          <a:prstGeom prst="rect">
            <a:avLst/>
          </a:prstGeom>
        </p:spPr>
      </p:pic>
      <p:sp>
        <p:nvSpPr>
          <p:cNvPr id="5" name="Slide Number Placeholder 4"/>
          <p:cNvSpPr>
            <a:spLocks noGrp="1"/>
          </p:cNvSpPr>
          <p:nvPr>
            <p:ph type="sldNum" sz="quarter" idx="12"/>
          </p:nvPr>
        </p:nvSpPr>
        <p:spPr/>
        <p:txBody>
          <a:bodyPr/>
          <a:lstStyle/>
          <a:p>
            <a:fld id="{54B2D119-4472-444A-BADD-4113D315726F}" type="slidenum">
              <a:rPr lang="en-US">
                <a:solidFill>
                  <a:srgbClr val="632423">
                    <a:tint val="75000"/>
                  </a:srgbClr>
                </a:solidFill>
                <a:latin typeface="Times New Roman"/>
              </a:rPr>
              <a:pPr/>
              <a:t>5</a:t>
            </a:fld>
            <a:endParaRPr lang="en-US" dirty="0">
              <a:solidFill>
                <a:srgbClr val="632423">
                  <a:tint val="75000"/>
                </a:srgbClr>
              </a:solidFill>
              <a:latin typeface="Times New Roman"/>
            </a:endParaRPr>
          </a:p>
        </p:txBody>
      </p:sp>
      <p:sp>
        <p:nvSpPr>
          <p:cNvPr id="6" name="TextBox 5"/>
          <p:cNvSpPr txBox="1"/>
          <p:nvPr/>
        </p:nvSpPr>
        <p:spPr>
          <a:xfrm>
            <a:off x="914400" y="457202"/>
            <a:ext cx="7315200" cy="584775"/>
          </a:xfrm>
          <a:prstGeom prst="rect">
            <a:avLst/>
          </a:prstGeom>
          <a:noFill/>
        </p:spPr>
        <p:txBody>
          <a:bodyPr wrap="square" rtlCol="0">
            <a:spAutoFit/>
          </a:bodyPr>
          <a:lstStyle/>
          <a:p>
            <a:pPr algn="ctr"/>
            <a:r>
              <a:rPr lang="en-US" sz="3200" dirty="0">
                <a:solidFill>
                  <a:srgbClr val="0C2340"/>
                </a:solidFill>
                <a:latin typeface="Times New Roman"/>
              </a:rPr>
              <a:t>Thomas-</a:t>
            </a:r>
            <a:r>
              <a:rPr lang="en-US" sz="3200" dirty="0" err="1">
                <a:solidFill>
                  <a:srgbClr val="0C2340"/>
                </a:solidFill>
                <a:latin typeface="Times New Roman"/>
              </a:rPr>
              <a:t>Kilmann</a:t>
            </a:r>
            <a:endParaRPr lang="en-US" sz="3200" dirty="0">
              <a:solidFill>
                <a:srgbClr val="0C2340"/>
              </a:solidFill>
              <a:latin typeface="Times New Roman"/>
            </a:endParaRPr>
          </a:p>
        </p:txBody>
      </p:sp>
    </p:spTree>
    <p:extLst>
      <p:ext uri="{BB962C8B-B14F-4D97-AF65-F5344CB8AC3E}">
        <p14:creationId xmlns:p14="http://schemas.microsoft.com/office/powerpoint/2010/main" val="3784081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20" y="1188722"/>
            <a:ext cx="8595360" cy="4745915"/>
          </a:xfrm>
          <a:prstGeom prst="rect">
            <a:avLst/>
          </a:prstGeom>
          <a:noFill/>
        </p:spPr>
        <p:txBody>
          <a:bodyPr wrap="square" rtlCol="0">
            <a:spAutoFit/>
          </a:bodyPr>
          <a:lstStyle/>
          <a:p>
            <a:pPr>
              <a:lnSpc>
                <a:spcPct val="90000"/>
              </a:lnSpc>
            </a:pPr>
            <a:r>
              <a:rPr lang="en-US" altLang="en-US" sz="2400" b="1" u="sng" dirty="0">
                <a:solidFill>
                  <a:srgbClr val="0C2340"/>
                </a:solidFill>
                <a:latin typeface="Times New Roman" pitchFamily="18" charset="0"/>
                <a:cs typeface="Times New Roman" pitchFamily="18" charset="0"/>
              </a:rPr>
              <a:t>O</a:t>
            </a:r>
            <a:r>
              <a:rPr lang="en-US" altLang="en-US" sz="2400" b="1" dirty="0">
                <a:solidFill>
                  <a:srgbClr val="0C2340"/>
                </a:solidFill>
                <a:latin typeface="Times New Roman" pitchFamily="18" charset="0"/>
                <a:cs typeface="Times New Roman" pitchFamily="18" charset="0"/>
              </a:rPr>
              <a:t>penness to experience</a:t>
            </a:r>
            <a:r>
              <a:rPr lang="en-US" altLang="en-US" sz="2400" dirty="0">
                <a:solidFill>
                  <a:srgbClr val="0C2340"/>
                </a:solidFill>
                <a:latin typeface="Times New Roman" pitchFamily="18" charset="0"/>
                <a:cs typeface="Times New Roman" pitchFamily="18" charset="0"/>
              </a:rPr>
              <a:t> </a:t>
            </a:r>
          </a:p>
          <a:p>
            <a:pPr lvl="1">
              <a:lnSpc>
                <a:spcPct val="90000"/>
              </a:lnSpc>
            </a:pPr>
            <a:r>
              <a:rPr lang="en-US" altLang="en-US" sz="2400" dirty="0">
                <a:solidFill>
                  <a:srgbClr val="0C2340"/>
                </a:solidFill>
                <a:latin typeface="Times New Roman" pitchFamily="18" charset="0"/>
                <a:cs typeface="Times New Roman" pitchFamily="18" charset="0"/>
              </a:rPr>
              <a:t>Curious, imaginative, creative, complex, and sophisticated</a:t>
            </a:r>
          </a:p>
          <a:p>
            <a:pPr>
              <a:lnSpc>
                <a:spcPct val="90000"/>
              </a:lnSpc>
            </a:pPr>
            <a:endParaRPr lang="en-US" altLang="en-US" sz="2400" b="1" dirty="0">
              <a:solidFill>
                <a:srgbClr val="0C2340"/>
              </a:solidFill>
              <a:latin typeface="Times New Roman" pitchFamily="18" charset="0"/>
              <a:cs typeface="Times New Roman" pitchFamily="18" charset="0"/>
            </a:endParaRPr>
          </a:p>
          <a:p>
            <a:pPr>
              <a:lnSpc>
                <a:spcPct val="90000"/>
              </a:lnSpc>
            </a:pPr>
            <a:r>
              <a:rPr lang="en-US" altLang="en-US" sz="2400" b="1" u="sng" dirty="0">
                <a:solidFill>
                  <a:srgbClr val="0C2340"/>
                </a:solidFill>
                <a:latin typeface="Times New Roman" pitchFamily="18" charset="0"/>
                <a:cs typeface="Times New Roman" pitchFamily="18" charset="0"/>
              </a:rPr>
              <a:t>C</a:t>
            </a:r>
            <a:r>
              <a:rPr lang="en-US" altLang="en-US" sz="2400" b="1" dirty="0">
                <a:solidFill>
                  <a:srgbClr val="0C2340"/>
                </a:solidFill>
                <a:latin typeface="Times New Roman" pitchFamily="18" charset="0"/>
                <a:cs typeface="Times New Roman" pitchFamily="18" charset="0"/>
              </a:rPr>
              <a:t>onscientiousness</a:t>
            </a:r>
            <a:r>
              <a:rPr lang="en-US" altLang="en-US" sz="2400" dirty="0">
                <a:solidFill>
                  <a:srgbClr val="0C2340"/>
                </a:solidFill>
                <a:latin typeface="Times New Roman" pitchFamily="18" charset="0"/>
                <a:cs typeface="Times New Roman" pitchFamily="18" charset="0"/>
              </a:rPr>
              <a:t> </a:t>
            </a:r>
          </a:p>
          <a:p>
            <a:pPr lvl="1">
              <a:lnSpc>
                <a:spcPct val="90000"/>
              </a:lnSpc>
            </a:pPr>
            <a:r>
              <a:rPr lang="en-US" altLang="en-US" sz="2400" dirty="0">
                <a:solidFill>
                  <a:srgbClr val="0C2340"/>
                </a:solidFill>
                <a:latin typeface="Times New Roman" pitchFamily="18" charset="0"/>
                <a:cs typeface="Times New Roman" pitchFamily="18" charset="0"/>
              </a:rPr>
              <a:t>Reliable, organized, ambitious, hardworking, and persevering</a:t>
            </a:r>
          </a:p>
          <a:p>
            <a:pPr>
              <a:lnSpc>
                <a:spcPct val="90000"/>
              </a:lnSpc>
            </a:pPr>
            <a:endParaRPr lang="en-US" altLang="en-US" sz="2400" b="1" dirty="0">
              <a:solidFill>
                <a:srgbClr val="0C2340"/>
              </a:solidFill>
              <a:latin typeface="Times New Roman" pitchFamily="18" charset="0"/>
              <a:cs typeface="Times New Roman" pitchFamily="18" charset="0"/>
            </a:endParaRPr>
          </a:p>
          <a:p>
            <a:pPr>
              <a:lnSpc>
                <a:spcPct val="90000"/>
              </a:lnSpc>
            </a:pPr>
            <a:r>
              <a:rPr lang="en-US" altLang="en-US" sz="2400" b="1" u="sng" dirty="0">
                <a:solidFill>
                  <a:srgbClr val="0C2340"/>
                </a:solidFill>
                <a:latin typeface="Times New Roman" pitchFamily="18" charset="0"/>
                <a:cs typeface="Times New Roman" pitchFamily="18" charset="0"/>
              </a:rPr>
              <a:t>E</a:t>
            </a:r>
            <a:r>
              <a:rPr lang="en-US" altLang="en-US" sz="2400" b="1" dirty="0">
                <a:solidFill>
                  <a:srgbClr val="0C2340"/>
                </a:solidFill>
                <a:latin typeface="Times New Roman" pitchFamily="18" charset="0"/>
                <a:cs typeface="Times New Roman" pitchFamily="18" charset="0"/>
              </a:rPr>
              <a:t>xtraversion</a:t>
            </a:r>
            <a:r>
              <a:rPr lang="en-US" altLang="en-US" sz="2400" dirty="0">
                <a:solidFill>
                  <a:srgbClr val="0C2340"/>
                </a:solidFill>
                <a:latin typeface="Times New Roman" pitchFamily="18" charset="0"/>
                <a:cs typeface="Times New Roman" pitchFamily="18" charset="0"/>
              </a:rPr>
              <a:t> </a:t>
            </a:r>
          </a:p>
          <a:p>
            <a:pPr lvl="1">
              <a:lnSpc>
                <a:spcPct val="90000"/>
              </a:lnSpc>
            </a:pPr>
            <a:r>
              <a:rPr lang="en-US" altLang="en-US" sz="2400" dirty="0">
                <a:solidFill>
                  <a:srgbClr val="0C2340"/>
                </a:solidFill>
                <a:latin typeface="Times New Roman" pitchFamily="18" charset="0"/>
                <a:cs typeface="Times New Roman" pitchFamily="18" charset="0"/>
              </a:rPr>
              <a:t>Talkative, sociable, passionate, assertive, bold, and dominant</a:t>
            </a:r>
          </a:p>
          <a:p>
            <a:pPr>
              <a:lnSpc>
                <a:spcPct val="90000"/>
              </a:lnSpc>
            </a:pPr>
            <a:endParaRPr lang="en-US" altLang="en-US" sz="2400" b="1" dirty="0">
              <a:solidFill>
                <a:srgbClr val="0C2340"/>
              </a:solidFill>
              <a:latin typeface="Times New Roman" pitchFamily="18" charset="0"/>
              <a:cs typeface="Times New Roman" pitchFamily="18" charset="0"/>
            </a:endParaRPr>
          </a:p>
          <a:p>
            <a:pPr>
              <a:lnSpc>
                <a:spcPct val="90000"/>
              </a:lnSpc>
            </a:pPr>
            <a:r>
              <a:rPr lang="en-US" altLang="en-US" sz="2400" b="1" u="sng" dirty="0">
                <a:solidFill>
                  <a:srgbClr val="0C2340"/>
                </a:solidFill>
                <a:latin typeface="Times New Roman" pitchFamily="18" charset="0"/>
                <a:cs typeface="Times New Roman" pitchFamily="18" charset="0"/>
              </a:rPr>
              <a:t>A</a:t>
            </a:r>
            <a:r>
              <a:rPr lang="en-US" altLang="en-US" sz="2400" b="1" dirty="0">
                <a:solidFill>
                  <a:srgbClr val="0C2340"/>
                </a:solidFill>
                <a:latin typeface="Times New Roman" pitchFamily="18" charset="0"/>
                <a:cs typeface="Times New Roman" pitchFamily="18" charset="0"/>
              </a:rPr>
              <a:t>greeableness</a:t>
            </a:r>
            <a:r>
              <a:rPr lang="en-US" altLang="en-US" sz="2400" dirty="0">
                <a:solidFill>
                  <a:srgbClr val="0C2340"/>
                </a:solidFill>
                <a:latin typeface="Times New Roman" pitchFamily="18" charset="0"/>
                <a:cs typeface="Times New Roman" pitchFamily="18" charset="0"/>
              </a:rPr>
              <a:t> </a:t>
            </a:r>
          </a:p>
          <a:p>
            <a:pPr lvl="1">
              <a:lnSpc>
                <a:spcPct val="90000"/>
              </a:lnSpc>
            </a:pPr>
            <a:r>
              <a:rPr lang="en-US" altLang="en-US" sz="2400" dirty="0">
                <a:solidFill>
                  <a:srgbClr val="0C2340"/>
                </a:solidFill>
                <a:latin typeface="Times New Roman" pitchFamily="18" charset="0"/>
                <a:cs typeface="Times New Roman" pitchFamily="18" charset="0"/>
              </a:rPr>
              <a:t>Warm, kind, cooperative, sympathetic, helpful, and courteous</a:t>
            </a:r>
          </a:p>
          <a:p>
            <a:pPr lvl="1">
              <a:lnSpc>
                <a:spcPct val="90000"/>
              </a:lnSpc>
            </a:pPr>
            <a:endParaRPr lang="en-US" altLang="en-US" sz="2400" dirty="0">
              <a:solidFill>
                <a:srgbClr val="0C2340"/>
              </a:solidFill>
              <a:latin typeface="Times New Roman" pitchFamily="18" charset="0"/>
              <a:cs typeface="Times New Roman" pitchFamily="18" charset="0"/>
            </a:endParaRPr>
          </a:p>
          <a:p>
            <a:pPr>
              <a:lnSpc>
                <a:spcPct val="90000"/>
              </a:lnSpc>
            </a:pPr>
            <a:r>
              <a:rPr lang="en-US" altLang="en-US" sz="2400" b="1" u="sng" dirty="0">
                <a:solidFill>
                  <a:srgbClr val="0C2340"/>
                </a:solidFill>
                <a:latin typeface="Times New Roman" pitchFamily="18" charset="0"/>
                <a:cs typeface="Times New Roman" pitchFamily="18" charset="0"/>
              </a:rPr>
              <a:t>N</a:t>
            </a:r>
            <a:r>
              <a:rPr lang="en-US" altLang="en-US" sz="2400" b="1" dirty="0">
                <a:solidFill>
                  <a:srgbClr val="0C2340"/>
                </a:solidFill>
                <a:latin typeface="Times New Roman" pitchFamily="18" charset="0"/>
                <a:cs typeface="Times New Roman" pitchFamily="18" charset="0"/>
              </a:rPr>
              <a:t>euroticism</a:t>
            </a:r>
            <a:r>
              <a:rPr lang="en-US" altLang="en-US" sz="2400" dirty="0">
                <a:solidFill>
                  <a:srgbClr val="0C2340"/>
                </a:solidFill>
                <a:latin typeface="Times New Roman" pitchFamily="18" charset="0"/>
                <a:cs typeface="Times New Roman" pitchFamily="18" charset="0"/>
              </a:rPr>
              <a:t> </a:t>
            </a:r>
          </a:p>
          <a:p>
            <a:pPr lvl="1">
              <a:lnSpc>
                <a:spcPct val="90000"/>
              </a:lnSpc>
            </a:pPr>
            <a:r>
              <a:rPr lang="en-US" altLang="en-US" sz="2400" dirty="0">
                <a:solidFill>
                  <a:srgbClr val="0C2340"/>
                </a:solidFill>
                <a:latin typeface="Times New Roman" pitchFamily="18" charset="0"/>
                <a:cs typeface="Times New Roman" pitchFamily="18" charset="0"/>
              </a:rPr>
              <a:t>Nervous, moody, emotional, insecure, and jealous</a:t>
            </a:r>
          </a:p>
        </p:txBody>
      </p:sp>
      <p:sp>
        <p:nvSpPr>
          <p:cNvPr id="3" name="TextBox 2"/>
          <p:cNvSpPr txBox="1"/>
          <p:nvPr/>
        </p:nvSpPr>
        <p:spPr>
          <a:xfrm>
            <a:off x="914400" y="457202"/>
            <a:ext cx="7315200" cy="584775"/>
          </a:xfrm>
          <a:prstGeom prst="rect">
            <a:avLst/>
          </a:prstGeom>
          <a:noFill/>
        </p:spPr>
        <p:txBody>
          <a:bodyPr wrap="square" rtlCol="0">
            <a:spAutoFit/>
          </a:bodyPr>
          <a:lstStyle/>
          <a:p>
            <a:pPr algn="ctr"/>
            <a:r>
              <a:rPr lang="en-US" sz="3200" dirty="0">
                <a:solidFill>
                  <a:srgbClr val="0C2340"/>
                </a:solidFill>
                <a:latin typeface="Times New Roman"/>
              </a:rPr>
              <a:t>Big Five Personality</a:t>
            </a:r>
          </a:p>
        </p:txBody>
      </p:sp>
      <p:sp>
        <p:nvSpPr>
          <p:cNvPr id="2" name="Slide Number Placeholder 1"/>
          <p:cNvSpPr>
            <a:spLocks noGrp="1"/>
          </p:cNvSpPr>
          <p:nvPr>
            <p:ph type="sldNum" sz="quarter" idx="12"/>
          </p:nvPr>
        </p:nvSpPr>
        <p:spPr/>
        <p:txBody>
          <a:bodyPr/>
          <a:lstStyle/>
          <a:p>
            <a:fld id="{54B2D119-4472-444A-BADD-4113D315726F}" type="slidenum">
              <a:rPr lang="en-US">
                <a:solidFill>
                  <a:srgbClr val="632423">
                    <a:tint val="75000"/>
                  </a:srgbClr>
                </a:solidFill>
                <a:latin typeface="Times New Roman"/>
              </a:rPr>
              <a:pPr/>
              <a:t>6</a:t>
            </a:fld>
            <a:endParaRPr lang="en-US" dirty="0">
              <a:solidFill>
                <a:srgbClr val="632423">
                  <a:tint val="75000"/>
                </a:srgbClr>
              </a:solidFill>
              <a:latin typeface="Times New Roman"/>
            </a:endParaRPr>
          </a:p>
        </p:txBody>
      </p:sp>
    </p:spTree>
    <p:extLst>
      <p:ext uri="{BB962C8B-B14F-4D97-AF65-F5344CB8AC3E}">
        <p14:creationId xmlns:p14="http://schemas.microsoft.com/office/powerpoint/2010/main" val="75364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457202"/>
            <a:ext cx="7315200" cy="584775"/>
          </a:xfrm>
          <a:prstGeom prst="rect">
            <a:avLst/>
          </a:prstGeom>
          <a:noFill/>
        </p:spPr>
        <p:txBody>
          <a:bodyPr wrap="square" rtlCol="0">
            <a:spAutoFit/>
          </a:bodyPr>
          <a:lstStyle/>
          <a:p>
            <a:pPr algn="ctr"/>
            <a:r>
              <a:rPr lang="en-US" sz="3200" dirty="0">
                <a:solidFill>
                  <a:srgbClr val="0C2340"/>
                </a:solidFill>
                <a:latin typeface="Times New Roman"/>
              </a:rPr>
              <a:t>Big Five Personality</a:t>
            </a:r>
          </a:p>
        </p:txBody>
      </p:sp>
      <p:sp>
        <p:nvSpPr>
          <p:cNvPr id="2" name="Slide Number Placeholder 1"/>
          <p:cNvSpPr>
            <a:spLocks noGrp="1"/>
          </p:cNvSpPr>
          <p:nvPr>
            <p:ph type="sldNum" sz="quarter" idx="12"/>
          </p:nvPr>
        </p:nvSpPr>
        <p:spPr/>
        <p:txBody>
          <a:bodyPr/>
          <a:lstStyle/>
          <a:p>
            <a:fld id="{54B2D119-4472-444A-BADD-4113D315726F}" type="slidenum">
              <a:rPr lang="en-US">
                <a:solidFill>
                  <a:srgbClr val="632423">
                    <a:tint val="75000"/>
                  </a:srgbClr>
                </a:solidFill>
                <a:latin typeface="Times New Roman"/>
              </a:rPr>
              <a:pPr/>
              <a:t>7</a:t>
            </a:fld>
            <a:endParaRPr lang="en-US" dirty="0">
              <a:solidFill>
                <a:srgbClr val="632423">
                  <a:tint val="75000"/>
                </a:srgbClr>
              </a:solidFill>
              <a:latin typeface="Times New Roman"/>
            </a:endParaRP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7147" y="1514764"/>
            <a:ext cx="6709706" cy="4368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123880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20" y="1188722"/>
            <a:ext cx="8229598" cy="4708981"/>
          </a:xfrm>
          <a:prstGeom prst="rect">
            <a:avLst/>
          </a:prstGeom>
          <a:noFill/>
        </p:spPr>
        <p:txBody>
          <a:bodyPr wrap="square" rtlCol="0">
            <a:spAutoFit/>
          </a:bodyPr>
          <a:lstStyle/>
          <a:p>
            <a:pPr marL="285750" indent="-285750">
              <a:buFont typeface="Wingdings" panose="05000000000000000000" pitchFamily="2" charset="2"/>
              <a:buChar char="§"/>
            </a:pPr>
            <a:r>
              <a:rPr lang="en-US" sz="2000" dirty="0">
                <a:solidFill>
                  <a:srgbClr val="0C2340"/>
                </a:solidFill>
                <a:latin typeface="Times New Roman"/>
              </a:rPr>
              <a:t>Political skill is defined as “the ability to understand others at work and to use that knowledge to influence others to act in ways that enhance one’s personal or organizational objectives” (Ferris et al., 2005). </a:t>
            </a:r>
          </a:p>
          <a:p>
            <a:pPr marL="285750" indent="-285750">
              <a:buFont typeface="Wingdings" panose="05000000000000000000" pitchFamily="2" charset="2"/>
              <a:buChar char="§"/>
            </a:pPr>
            <a:endParaRPr lang="en-US" sz="2000" dirty="0">
              <a:solidFill>
                <a:srgbClr val="0C2340"/>
              </a:solidFill>
              <a:latin typeface="Times New Roman"/>
            </a:endParaRPr>
          </a:p>
          <a:p>
            <a:pPr marL="285750" indent="-285750">
              <a:buFont typeface="Wingdings" panose="05000000000000000000" pitchFamily="2" charset="2"/>
              <a:buChar char="§"/>
            </a:pPr>
            <a:r>
              <a:rPr lang="en-US" sz="2000" dirty="0">
                <a:solidFill>
                  <a:srgbClr val="0C2340"/>
                </a:solidFill>
                <a:latin typeface="Times New Roman"/>
              </a:rPr>
              <a:t>Related to several positive outcomes, for example:</a:t>
            </a:r>
          </a:p>
          <a:p>
            <a:pPr marL="742950" lvl="1" indent="-285750">
              <a:buFont typeface="Wingdings" panose="05000000000000000000" pitchFamily="2" charset="2"/>
              <a:buChar char="§"/>
            </a:pPr>
            <a:r>
              <a:rPr lang="en-US" sz="2000" dirty="0">
                <a:solidFill>
                  <a:srgbClr val="0C2340"/>
                </a:solidFill>
                <a:latin typeface="Times New Roman"/>
              </a:rPr>
              <a:t>Job performance</a:t>
            </a:r>
          </a:p>
          <a:p>
            <a:pPr marL="742950" lvl="1" indent="-285750">
              <a:buFont typeface="Wingdings" panose="05000000000000000000" pitchFamily="2" charset="2"/>
              <a:buChar char="§"/>
            </a:pPr>
            <a:r>
              <a:rPr lang="en-US" sz="2000" dirty="0">
                <a:solidFill>
                  <a:srgbClr val="0C2340"/>
                </a:solidFill>
                <a:latin typeface="Times New Roman"/>
              </a:rPr>
              <a:t>Opportunity recognition and capitalization</a:t>
            </a:r>
          </a:p>
          <a:p>
            <a:pPr marL="742950" lvl="1" indent="-285750">
              <a:buFont typeface="Wingdings" panose="05000000000000000000" pitchFamily="2" charset="2"/>
              <a:buChar char="§"/>
            </a:pPr>
            <a:r>
              <a:rPr lang="en-US" sz="2000" dirty="0">
                <a:solidFill>
                  <a:srgbClr val="0C2340"/>
                </a:solidFill>
                <a:latin typeface="Times New Roman"/>
              </a:rPr>
              <a:t>Reputation</a:t>
            </a:r>
          </a:p>
          <a:p>
            <a:pPr marL="742950" lvl="1" indent="-285750">
              <a:buFont typeface="Wingdings" panose="05000000000000000000" pitchFamily="2" charset="2"/>
              <a:buChar char="§"/>
            </a:pPr>
            <a:r>
              <a:rPr lang="en-US" sz="2000" dirty="0">
                <a:solidFill>
                  <a:srgbClr val="0C2340"/>
                </a:solidFill>
                <a:latin typeface="Times New Roman"/>
              </a:rPr>
              <a:t>Acquisition of resources</a:t>
            </a:r>
          </a:p>
          <a:p>
            <a:pPr marL="285750" indent="-285750">
              <a:buFont typeface="Wingdings" panose="05000000000000000000" pitchFamily="2" charset="2"/>
              <a:buChar char="§"/>
            </a:pPr>
            <a:endParaRPr lang="en-US" sz="2000" i="1" dirty="0">
              <a:solidFill>
                <a:srgbClr val="0C2340"/>
              </a:solidFill>
              <a:latin typeface="Times New Roman"/>
            </a:endParaRPr>
          </a:p>
          <a:p>
            <a:pPr marL="285750" indent="-285750">
              <a:buFont typeface="Wingdings" panose="05000000000000000000" pitchFamily="2" charset="2"/>
              <a:buChar char="§"/>
            </a:pPr>
            <a:r>
              <a:rPr lang="en-US" sz="2000" dirty="0">
                <a:solidFill>
                  <a:srgbClr val="0C2340"/>
                </a:solidFill>
                <a:latin typeface="Times New Roman"/>
              </a:rPr>
              <a:t>Political skill has four facets:</a:t>
            </a:r>
          </a:p>
          <a:p>
            <a:pPr marL="742950" lvl="1" indent="-285750">
              <a:buFont typeface="Wingdings" panose="05000000000000000000" pitchFamily="2" charset="2"/>
              <a:buChar char="§"/>
            </a:pPr>
            <a:r>
              <a:rPr lang="en-US" sz="2000" dirty="0">
                <a:solidFill>
                  <a:srgbClr val="0C2340"/>
                </a:solidFill>
                <a:latin typeface="Times New Roman"/>
              </a:rPr>
              <a:t>Social astuteness</a:t>
            </a:r>
          </a:p>
          <a:p>
            <a:pPr marL="742950" lvl="1" indent="-285750">
              <a:buFont typeface="Wingdings" panose="05000000000000000000" pitchFamily="2" charset="2"/>
              <a:buChar char="§"/>
            </a:pPr>
            <a:r>
              <a:rPr lang="en-US" sz="2000" dirty="0">
                <a:solidFill>
                  <a:srgbClr val="0C2340"/>
                </a:solidFill>
                <a:latin typeface="Times New Roman"/>
              </a:rPr>
              <a:t>Interpersonal influence</a:t>
            </a:r>
          </a:p>
          <a:p>
            <a:pPr marL="742950" lvl="1" indent="-285750">
              <a:buFont typeface="Wingdings" panose="05000000000000000000" pitchFamily="2" charset="2"/>
              <a:buChar char="§"/>
            </a:pPr>
            <a:r>
              <a:rPr lang="en-US" sz="2000" dirty="0">
                <a:solidFill>
                  <a:srgbClr val="0C2340"/>
                </a:solidFill>
                <a:latin typeface="Times New Roman"/>
              </a:rPr>
              <a:t>Networking ability</a:t>
            </a:r>
          </a:p>
          <a:p>
            <a:pPr marL="742950" lvl="1" indent="-285750">
              <a:buFont typeface="Wingdings" panose="05000000000000000000" pitchFamily="2" charset="2"/>
              <a:buChar char="§"/>
            </a:pPr>
            <a:r>
              <a:rPr lang="en-US" sz="2000" dirty="0">
                <a:solidFill>
                  <a:srgbClr val="0C2340"/>
                </a:solidFill>
                <a:latin typeface="Times New Roman"/>
              </a:rPr>
              <a:t>Apparent sincerity</a:t>
            </a:r>
          </a:p>
        </p:txBody>
      </p:sp>
      <p:sp>
        <p:nvSpPr>
          <p:cNvPr id="3" name="TextBox 2"/>
          <p:cNvSpPr txBox="1"/>
          <p:nvPr/>
        </p:nvSpPr>
        <p:spPr>
          <a:xfrm>
            <a:off x="914400" y="457202"/>
            <a:ext cx="7315200" cy="584775"/>
          </a:xfrm>
          <a:prstGeom prst="rect">
            <a:avLst/>
          </a:prstGeom>
          <a:noFill/>
        </p:spPr>
        <p:txBody>
          <a:bodyPr wrap="square" rtlCol="0">
            <a:spAutoFit/>
          </a:bodyPr>
          <a:lstStyle/>
          <a:p>
            <a:pPr algn="ctr"/>
            <a:r>
              <a:rPr lang="en-US" sz="3200" dirty="0">
                <a:solidFill>
                  <a:srgbClr val="0C2340"/>
                </a:solidFill>
                <a:latin typeface="Times New Roman"/>
              </a:rPr>
              <a:t>Political Skill</a:t>
            </a:r>
          </a:p>
        </p:txBody>
      </p:sp>
      <p:sp>
        <p:nvSpPr>
          <p:cNvPr id="2" name="Slide Number Placeholder 1"/>
          <p:cNvSpPr>
            <a:spLocks noGrp="1"/>
          </p:cNvSpPr>
          <p:nvPr>
            <p:ph type="sldNum" sz="quarter" idx="12"/>
          </p:nvPr>
        </p:nvSpPr>
        <p:spPr/>
        <p:txBody>
          <a:bodyPr/>
          <a:lstStyle/>
          <a:p>
            <a:fld id="{54B2D119-4472-444A-BADD-4113D315726F}" type="slidenum">
              <a:rPr lang="en-US">
                <a:solidFill>
                  <a:srgbClr val="632423">
                    <a:tint val="75000"/>
                  </a:srgbClr>
                </a:solidFill>
                <a:latin typeface="Times New Roman"/>
              </a:rPr>
              <a:pPr/>
              <a:t>8</a:t>
            </a:fld>
            <a:endParaRPr lang="en-US" dirty="0">
              <a:solidFill>
                <a:srgbClr val="632423">
                  <a:tint val="75000"/>
                </a:srgbClr>
              </a:solidFill>
              <a:latin typeface="Times New Roman"/>
            </a:endParaRPr>
          </a:p>
        </p:txBody>
      </p:sp>
      <p:pic>
        <p:nvPicPr>
          <p:cNvPr id="1026" name="Picture 2" descr="Image result for political skill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9800" y="3400173"/>
            <a:ext cx="1988856" cy="2962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7422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3" end="3"/>
                                            </p:txEl>
                                          </p:spTgt>
                                        </p:tgtEl>
                                        <p:attrNameLst>
                                          <p:attrName>style.visibility</p:attrName>
                                        </p:attrNameLst>
                                      </p:cBhvr>
                                      <p:to>
                                        <p:strVal val="visible"/>
                                      </p:to>
                                    </p:set>
                                    <p:animEffect transition="in" filter="fade">
                                      <p:cBhvr>
                                        <p:cTn id="10" dur="500"/>
                                        <p:tgtEl>
                                          <p:spTgt spid="4">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animEffect transition="in" filter="fade">
                                      <p:cBhvr>
                                        <p:cTn id="13" dur="500"/>
                                        <p:tgtEl>
                                          <p:spTgt spid="4">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5" end="5"/>
                                            </p:txEl>
                                          </p:spTgt>
                                        </p:tgtEl>
                                        <p:attrNameLst>
                                          <p:attrName>style.visibility</p:attrName>
                                        </p:attrNameLst>
                                      </p:cBhvr>
                                      <p:to>
                                        <p:strVal val="visible"/>
                                      </p:to>
                                    </p:set>
                                    <p:animEffect transition="in" filter="fade">
                                      <p:cBhvr>
                                        <p:cTn id="16" dur="500"/>
                                        <p:tgtEl>
                                          <p:spTgt spid="4">
                                            <p:txEl>
                                              <p:pRg st="5" end="5"/>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animEffect transition="in" filter="fade">
                                      <p:cBhvr>
                                        <p:cTn id="19" dur="500"/>
                                        <p:tgtEl>
                                          <p:spTgt spid="4">
                                            <p:txEl>
                                              <p:pRg st="6" end="6"/>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4">
                                            <p:txEl>
                                              <p:pRg st="8" end="8"/>
                                            </p:txEl>
                                          </p:spTgt>
                                        </p:tgtEl>
                                        <p:attrNameLst>
                                          <p:attrName>style.visibility</p:attrName>
                                        </p:attrNameLst>
                                      </p:cBhvr>
                                      <p:to>
                                        <p:strVal val="visible"/>
                                      </p:to>
                                    </p:set>
                                    <p:animEffect transition="in" filter="fade">
                                      <p:cBhvr>
                                        <p:cTn id="24" dur="500"/>
                                        <p:tgtEl>
                                          <p:spTgt spid="4">
                                            <p:txEl>
                                              <p:pRg st="8" end="8"/>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4">
                                            <p:txEl>
                                              <p:pRg st="9" end="9"/>
                                            </p:txEl>
                                          </p:spTgt>
                                        </p:tgtEl>
                                        <p:attrNameLst>
                                          <p:attrName>style.visibility</p:attrName>
                                        </p:attrNameLst>
                                      </p:cBhvr>
                                      <p:to>
                                        <p:strVal val="visible"/>
                                      </p:to>
                                    </p:set>
                                    <p:animEffect transition="in" filter="fade">
                                      <p:cBhvr>
                                        <p:cTn id="27" dur="500"/>
                                        <p:tgtEl>
                                          <p:spTgt spid="4">
                                            <p:txEl>
                                              <p:pRg st="9" end="9"/>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4">
                                            <p:txEl>
                                              <p:pRg st="10" end="10"/>
                                            </p:txEl>
                                          </p:spTgt>
                                        </p:tgtEl>
                                        <p:attrNameLst>
                                          <p:attrName>style.visibility</p:attrName>
                                        </p:attrNameLst>
                                      </p:cBhvr>
                                      <p:to>
                                        <p:strVal val="visible"/>
                                      </p:to>
                                    </p:set>
                                    <p:animEffect transition="in" filter="fade">
                                      <p:cBhvr>
                                        <p:cTn id="30" dur="500"/>
                                        <p:tgtEl>
                                          <p:spTgt spid="4">
                                            <p:txEl>
                                              <p:pRg st="10" end="10"/>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4">
                                            <p:txEl>
                                              <p:pRg st="11" end="11"/>
                                            </p:txEl>
                                          </p:spTgt>
                                        </p:tgtEl>
                                        <p:attrNameLst>
                                          <p:attrName>style.visibility</p:attrName>
                                        </p:attrNameLst>
                                      </p:cBhvr>
                                      <p:to>
                                        <p:strVal val="visible"/>
                                      </p:to>
                                    </p:set>
                                    <p:animEffect transition="in" filter="fade">
                                      <p:cBhvr>
                                        <p:cTn id="33" dur="500"/>
                                        <p:tgtEl>
                                          <p:spTgt spid="4">
                                            <p:txEl>
                                              <p:pRg st="11" end="11"/>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4">
                                            <p:txEl>
                                              <p:pRg st="12" end="12"/>
                                            </p:txEl>
                                          </p:spTgt>
                                        </p:tgtEl>
                                        <p:attrNameLst>
                                          <p:attrName>style.visibility</p:attrName>
                                        </p:attrNameLst>
                                      </p:cBhvr>
                                      <p:to>
                                        <p:strVal val="visible"/>
                                      </p:to>
                                    </p:set>
                                    <p:animEffect transition="in" filter="fade">
                                      <p:cBhvr>
                                        <p:cTn id="36" dur="500"/>
                                        <p:tgtEl>
                                          <p:spTgt spid="4">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20" y="1188720"/>
            <a:ext cx="8595360" cy="3785652"/>
          </a:xfrm>
          <a:prstGeom prst="rect">
            <a:avLst/>
          </a:prstGeom>
          <a:noFill/>
        </p:spPr>
        <p:txBody>
          <a:bodyPr wrap="square" rtlCol="0">
            <a:spAutoFit/>
          </a:bodyPr>
          <a:lstStyle/>
          <a:p>
            <a:pPr marL="285750" indent="-285750">
              <a:buFont typeface="Wingdings" panose="05000000000000000000" pitchFamily="2" charset="2"/>
              <a:buChar char="§"/>
            </a:pPr>
            <a:r>
              <a:rPr lang="en-US" sz="2000" b="1" dirty="0">
                <a:solidFill>
                  <a:srgbClr val="0C2340"/>
                </a:solidFill>
                <a:latin typeface="Times New Roman"/>
              </a:rPr>
              <a:t>Social astuteness </a:t>
            </a:r>
            <a:r>
              <a:rPr lang="en-US" sz="2000" dirty="0">
                <a:solidFill>
                  <a:srgbClr val="0C2340"/>
                </a:solidFill>
                <a:latin typeface="Times New Roman"/>
              </a:rPr>
              <a:t>– the ability to comprehend social interactions and accurately interpret their own behavior and the behavior of others.</a:t>
            </a:r>
          </a:p>
          <a:p>
            <a:pPr marL="285750" indent="-285750">
              <a:buFont typeface="Wingdings" panose="05000000000000000000" pitchFamily="2" charset="2"/>
              <a:buChar char="§"/>
            </a:pPr>
            <a:endParaRPr lang="en-US" sz="2000" dirty="0">
              <a:solidFill>
                <a:srgbClr val="0C2340"/>
              </a:solidFill>
              <a:latin typeface="Times New Roman"/>
            </a:endParaRPr>
          </a:p>
          <a:p>
            <a:pPr marL="285750" indent="-285750">
              <a:buFont typeface="Wingdings" panose="05000000000000000000" pitchFamily="2" charset="2"/>
              <a:buChar char="§"/>
            </a:pPr>
            <a:r>
              <a:rPr lang="en-US" sz="2000" b="1" dirty="0">
                <a:solidFill>
                  <a:srgbClr val="0C2340"/>
                </a:solidFill>
                <a:latin typeface="Times New Roman"/>
              </a:rPr>
              <a:t>Interpersonal influence</a:t>
            </a:r>
            <a:r>
              <a:rPr lang="en-US" sz="2000" dirty="0">
                <a:solidFill>
                  <a:srgbClr val="0C2340"/>
                </a:solidFill>
                <a:latin typeface="Times New Roman"/>
              </a:rPr>
              <a:t> – the ability to use subtle and convincing personal style to exert a powerful influence on those around them.</a:t>
            </a:r>
          </a:p>
          <a:p>
            <a:pPr marL="285750" indent="-285750">
              <a:buFont typeface="Wingdings" panose="05000000000000000000" pitchFamily="2" charset="2"/>
              <a:buChar char="§"/>
            </a:pPr>
            <a:endParaRPr lang="en-US" sz="2000" dirty="0">
              <a:solidFill>
                <a:srgbClr val="0C2340"/>
              </a:solidFill>
              <a:latin typeface="Times New Roman"/>
            </a:endParaRPr>
          </a:p>
          <a:p>
            <a:pPr marL="285750" indent="-285750">
              <a:buFont typeface="Wingdings" panose="05000000000000000000" pitchFamily="2" charset="2"/>
              <a:buChar char="§"/>
            </a:pPr>
            <a:r>
              <a:rPr lang="en-US" sz="2000" b="1" dirty="0">
                <a:solidFill>
                  <a:srgbClr val="0C2340"/>
                </a:solidFill>
                <a:latin typeface="Times New Roman"/>
              </a:rPr>
              <a:t>Networking ability </a:t>
            </a:r>
            <a:r>
              <a:rPr lang="en-US" sz="2000" dirty="0">
                <a:solidFill>
                  <a:srgbClr val="0C2340"/>
                </a:solidFill>
                <a:latin typeface="Times New Roman"/>
              </a:rPr>
              <a:t>– the ability to easily develop friendships, build strong alliances, and position oneself to both create and take advantage of opportunities. </a:t>
            </a:r>
          </a:p>
          <a:p>
            <a:pPr marL="285750" indent="-285750">
              <a:buFont typeface="Wingdings" panose="05000000000000000000" pitchFamily="2" charset="2"/>
              <a:buChar char="§"/>
            </a:pPr>
            <a:endParaRPr lang="en-US" sz="2000" dirty="0">
              <a:solidFill>
                <a:srgbClr val="0C2340"/>
              </a:solidFill>
              <a:latin typeface="Times New Roman"/>
            </a:endParaRPr>
          </a:p>
          <a:p>
            <a:pPr marL="285750" indent="-285750">
              <a:buFont typeface="Wingdings" panose="05000000000000000000" pitchFamily="2" charset="2"/>
              <a:buChar char="§"/>
            </a:pPr>
            <a:r>
              <a:rPr lang="en-US" sz="2000" b="1" dirty="0">
                <a:solidFill>
                  <a:srgbClr val="0C2340"/>
                </a:solidFill>
                <a:latin typeface="Times New Roman"/>
              </a:rPr>
              <a:t>Apparent sincerity </a:t>
            </a:r>
            <a:r>
              <a:rPr lang="en-US" sz="2000" dirty="0">
                <a:solidFill>
                  <a:srgbClr val="0C2340"/>
                </a:solidFill>
                <a:latin typeface="Times New Roman"/>
              </a:rPr>
              <a:t>– the ability to display integrity, authenticity, sincerity, and genuineness (real or faked). </a:t>
            </a:r>
          </a:p>
        </p:txBody>
      </p:sp>
      <p:sp>
        <p:nvSpPr>
          <p:cNvPr id="3" name="TextBox 2"/>
          <p:cNvSpPr txBox="1"/>
          <p:nvPr/>
        </p:nvSpPr>
        <p:spPr>
          <a:xfrm>
            <a:off x="914400" y="457202"/>
            <a:ext cx="7315200" cy="584775"/>
          </a:xfrm>
          <a:prstGeom prst="rect">
            <a:avLst/>
          </a:prstGeom>
          <a:noFill/>
        </p:spPr>
        <p:txBody>
          <a:bodyPr wrap="square" rtlCol="0">
            <a:spAutoFit/>
          </a:bodyPr>
          <a:lstStyle/>
          <a:p>
            <a:pPr algn="ctr"/>
            <a:r>
              <a:rPr lang="en-US" sz="3200" dirty="0">
                <a:solidFill>
                  <a:srgbClr val="0C2340"/>
                </a:solidFill>
                <a:latin typeface="Times New Roman"/>
              </a:rPr>
              <a:t>Political Skill</a:t>
            </a:r>
          </a:p>
        </p:txBody>
      </p:sp>
      <p:sp>
        <p:nvSpPr>
          <p:cNvPr id="2" name="Slide Number Placeholder 1"/>
          <p:cNvSpPr>
            <a:spLocks noGrp="1"/>
          </p:cNvSpPr>
          <p:nvPr>
            <p:ph type="sldNum" sz="quarter" idx="12"/>
          </p:nvPr>
        </p:nvSpPr>
        <p:spPr/>
        <p:txBody>
          <a:bodyPr/>
          <a:lstStyle/>
          <a:p>
            <a:fld id="{54B2D119-4472-444A-BADD-4113D315726F}" type="slidenum">
              <a:rPr lang="en-US">
                <a:solidFill>
                  <a:srgbClr val="632423">
                    <a:tint val="75000"/>
                  </a:srgbClr>
                </a:solidFill>
                <a:latin typeface="Times New Roman"/>
              </a:rPr>
              <a:pPr/>
              <a:t>9</a:t>
            </a:fld>
            <a:endParaRPr lang="en-US" dirty="0">
              <a:solidFill>
                <a:srgbClr val="632423">
                  <a:tint val="75000"/>
                </a:srgbClr>
              </a:solidFill>
              <a:latin typeface="Times New Roman"/>
            </a:endParaRPr>
          </a:p>
        </p:txBody>
      </p:sp>
    </p:spTree>
    <p:extLst>
      <p:ext uri="{BB962C8B-B14F-4D97-AF65-F5344CB8AC3E}">
        <p14:creationId xmlns:p14="http://schemas.microsoft.com/office/powerpoint/2010/main" val="9588940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1143002"/>
            <a:ext cx="8763000" cy="4247317"/>
          </a:xfrm>
          <a:prstGeom prst="rect">
            <a:avLst/>
          </a:prstGeom>
          <a:noFill/>
        </p:spPr>
        <p:txBody>
          <a:bodyPr wrap="square" rtlCol="0">
            <a:spAutoFit/>
          </a:bodyPr>
          <a:lstStyle/>
          <a:p>
            <a:pPr marL="285750" indent="-285750">
              <a:buFont typeface="Wingdings" panose="05000000000000000000" pitchFamily="2" charset="2"/>
              <a:buChar char="§"/>
            </a:pPr>
            <a:r>
              <a:rPr lang="en-US" dirty="0">
                <a:solidFill>
                  <a:srgbClr val="0C2340"/>
                </a:solidFill>
                <a:latin typeface="Times New Roman"/>
              </a:rPr>
              <a:t>If you have not already, please complete the assessments (answer items honestly) and consider whether you believe each assessment is accurate. Why or why not?</a:t>
            </a:r>
          </a:p>
          <a:p>
            <a:pPr marL="742950" lvl="1" indent="-285750">
              <a:buFont typeface="Wingdings" panose="05000000000000000000" pitchFamily="2" charset="2"/>
              <a:buChar char="§"/>
            </a:pPr>
            <a:r>
              <a:rPr lang="en-US" dirty="0">
                <a:solidFill>
                  <a:srgbClr val="0C2340"/>
                </a:solidFill>
                <a:latin typeface="Times New Roman"/>
              </a:rPr>
              <a:t>How might certain characteristics affect your performance in negotiation? Will certain characteristics help you? Will others hurt you?</a:t>
            </a:r>
          </a:p>
          <a:p>
            <a:pPr marL="742950" lvl="1" indent="-285750">
              <a:buFont typeface="Wingdings" panose="05000000000000000000" pitchFamily="2" charset="2"/>
              <a:buChar char="§"/>
            </a:pPr>
            <a:r>
              <a:rPr lang="en-US" dirty="0">
                <a:solidFill>
                  <a:srgbClr val="0C2340"/>
                </a:solidFill>
                <a:latin typeface="Times New Roman"/>
              </a:rPr>
              <a:t>What do you want to address/work to promote/position throughout the semester?</a:t>
            </a:r>
          </a:p>
          <a:p>
            <a:pPr marL="285750" indent="-285750">
              <a:buFont typeface="Wingdings" panose="05000000000000000000" pitchFamily="2" charset="2"/>
              <a:buChar char="§"/>
            </a:pPr>
            <a:endParaRPr lang="en-US" dirty="0">
              <a:solidFill>
                <a:srgbClr val="0C2340"/>
              </a:solidFill>
              <a:latin typeface="Times New Roman"/>
            </a:endParaRPr>
          </a:p>
          <a:p>
            <a:pPr marL="285750" indent="-285750">
              <a:buFont typeface="Wingdings" panose="05000000000000000000" pitchFamily="2" charset="2"/>
              <a:buChar char="§"/>
            </a:pPr>
            <a:r>
              <a:rPr lang="en-US" dirty="0">
                <a:solidFill>
                  <a:srgbClr val="0C2340"/>
                </a:solidFill>
                <a:latin typeface="Times New Roman"/>
              </a:rPr>
              <a:t>There are no right or wrong answers; these assessments are for your own use and are intended to help you be more self-aware of your tendencies</a:t>
            </a:r>
          </a:p>
          <a:p>
            <a:pPr marL="285750" indent="-285750">
              <a:buFont typeface="Wingdings" panose="05000000000000000000" pitchFamily="2" charset="2"/>
              <a:buChar char="§"/>
            </a:pPr>
            <a:endParaRPr lang="en-US" dirty="0">
              <a:solidFill>
                <a:srgbClr val="0C2340"/>
              </a:solidFill>
              <a:latin typeface="Times New Roman"/>
            </a:endParaRPr>
          </a:p>
          <a:p>
            <a:pPr marL="285750" indent="-285750">
              <a:buFont typeface="Wingdings" panose="05000000000000000000" pitchFamily="2" charset="2"/>
              <a:buChar char="§"/>
            </a:pPr>
            <a:r>
              <a:rPr lang="en-US" dirty="0">
                <a:solidFill>
                  <a:srgbClr val="0C2340"/>
                </a:solidFill>
                <a:latin typeface="Times New Roman"/>
              </a:rPr>
              <a:t>Knowledge is power. This includes not only knowledge regarding specifics of the negotiation, but also knowledge of negotiator characteristics (i.e., you and the other party)</a:t>
            </a:r>
          </a:p>
          <a:p>
            <a:pPr marL="742950" lvl="1" indent="-285750">
              <a:buFont typeface="Wingdings" panose="05000000000000000000" pitchFamily="2" charset="2"/>
              <a:buChar char="§"/>
            </a:pPr>
            <a:r>
              <a:rPr lang="en-US" dirty="0">
                <a:solidFill>
                  <a:srgbClr val="0C2340"/>
                </a:solidFill>
                <a:latin typeface="Times New Roman"/>
              </a:rPr>
              <a:t>How can you use your characteristics to your advantage?</a:t>
            </a:r>
          </a:p>
          <a:p>
            <a:pPr marL="742950" lvl="1" indent="-285750">
              <a:buFont typeface="Wingdings" panose="05000000000000000000" pitchFamily="2" charset="2"/>
              <a:buChar char="§"/>
            </a:pPr>
            <a:r>
              <a:rPr lang="en-US" dirty="0">
                <a:solidFill>
                  <a:srgbClr val="0C2340"/>
                </a:solidFill>
                <a:latin typeface="Times New Roman"/>
              </a:rPr>
              <a:t>Throughout the semester we will address these assessment results and associated tactics/strategies that work with different characteristics </a:t>
            </a:r>
          </a:p>
          <a:p>
            <a:pPr marL="742950" lvl="1" indent="-285750">
              <a:buFont typeface="Wingdings" panose="05000000000000000000" pitchFamily="2" charset="2"/>
              <a:buChar char="§"/>
            </a:pPr>
            <a:endParaRPr lang="en-US" dirty="0">
              <a:solidFill>
                <a:srgbClr val="0C2340"/>
              </a:solidFill>
              <a:latin typeface="Times New Roman"/>
            </a:endParaRPr>
          </a:p>
        </p:txBody>
      </p:sp>
      <p:sp>
        <p:nvSpPr>
          <p:cNvPr id="3" name="TextBox 2"/>
          <p:cNvSpPr txBox="1"/>
          <p:nvPr/>
        </p:nvSpPr>
        <p:spPr>
          <a:xfrm>
            <a:off x="914400" y="457202"/>
            <a:ext cx="7315200" cy="584775"/>
          </a:xfrm>
          <a:prstGeom prst="rect">
            <a:avLst/>
          </a:prstGeom>
          <a:noFill/>
        </p:spPr>
        <p:txBody>
          <a:bodyPr wrap="square" rtlCol="0">
            <a:spAutoFit/>
          </a:bodyPr>
          <a:lstStyle/>
          <a:p>
            <a:pPr algn="ctr"/>
            <a:r>
              <a:rPr lang="en-US" sz="3200" dirty="0">
                <a:solidFill>
                  <a:srgbClr val="0C2340"/>
                </a:solidFill>
                <a:latin typeface="Times New Roman"/>
              </a:rPr>
              <a:t>Individual Assessments</a:t>
            </a:r>
          </a:p>
        </p:txBody>
      </p:sp>
      <p:sp>
        <p:nvSpPr>
          <p:cNvPr id="2" name="Slide Number Placeholder 1"/>
          <p:cNvSpPr>
            <a:spLocks noGrp="1"/>
          </p:cNvSpPr>
          <p:nvPr>
            <p:ph type="sldNum" sz="quarter" idx="12"/>
          </p:nvPr>
        </p:nvSpPr>
        <p:spPr/>
        <p:txBody>
          <a:bodyPr/>
          <a:lstStyle/>
          <a:p>
            <a:fld id="{54B2D119-4472-444A-BADD-4113D315726F}" type="slidenum">
              <a:rPr lang="en-US">
                <a:solidFill>
                  <a:srgbClr val="632423">
                    <a:tint val="75000"/>
                  </a:srgbClr>
                </a:solidFill>
                <a:latin typeface="Times New Roman"/>
              </a:rPr>
              <a:pPr/>
              <a:t>10</a:t>
            </a:fld>
            <a:endParaRPr lang="en-US" dirty="0">
              <a:solidFill>
                <a:srgbClr val="632423">
                  <a:tint val="75000"/>
                </a:srgbClr>
              </a:solidFill>
              <a:latin typeface="Times New Roman"/>
            </a:endParaRPr>
          </a:p>
        </p:txBody>
      </p:sp>
    </p:spTree>
    <p:extLst>
      <p:ext uri="{BB962C8B-B14F-4D97-AF65-F5344CB8AC3E}">
        <p14:creationId xmlns:p14="http://schemas.microsoft.com/office/powerpoint/2010/main" val="2160380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14400" y="457202"/>
            <a:ext cx="7315200" cy="584775"/>
          </a:xfrm>
          <a:prstGeom prst="rect">
            <a:avLst/>
          </a:prstGeom>
          <a:noFill/>
        </p:spPr>
        <p:txBody>
          <a:bodyPr wrap="square" rtlCol="0">
            <a:spAutoFit/>
          </a:bodyPr>
          <a:lstStyle/>
          <a:p>
            <a:pPr algn="ctr"/>
            <a:r>
              <a:rPr lang="en-US" sz="3200" dirty="0">
                <a:solidFill>
                  <a:srgbClr val="0C2340"/>
                </a:solidFill>
                <a:latin typeface="Times New Roman"/>
              </a:rPr>
              <a:t>Assignment</a:t>
            </a:r>
          </a:p>
        </p:txBody>
      </p:sp>
      <p:sp>
        <p:nvSpPr>
          <p:cNvPr id="2" name="Slide Number Placeholder 1"/>
          <p:cNvSpPr>
            <a:spLocks noGrp="1"/>
          </p:cNvSpPr>
          <p:nvPr>
            <p:ph type="sldNum" sz="quarter" idx="12"/>
          </p:nvPr>
        </p:nvSpPr>
        <p:spPr/>
        <p:txBody>
          <a:bodyPr/>
          <a:lstStyle/>
          <a:p>
            <a:fld id="{54B2D119-4472-444A-BADD-4113D315726F}" type="slidenum">
              <a:rPr lang="en-US">
                <a:solidFill>
                  <a:srgbClr val="632423">
                    <a:tint val="75000"/>
                  </a:srgbClr>
                </a:solidFill>
                <a:latin typeface="Times New Roman"/>
              </a:rPr>
              <a:pPr/>
              <a:t>11</a:t>
            </a:fld>
            <a:endParaRPr lang="en-US" dirty="0">
              <a:solidFill>
                <a:srgbClr val="632423">
                  <a:tint val="75000"/>
                </a:srgbClr>
              </a:solidFill>
              <a:latin typeface="Times New Roman"/>
            </a:endParaRPr>
          </a:p>
        </p:txBody>
      </p:sp>
      <p:sp>
        <p:nvSpPr>
          <p:cNvPr id="3" name="TextBox 2"/>
          <p:cNvSpPr txBox="1"/>
          <p:nvPr/>
        </p:nvSpPr>
        <p:spPr>
          <a:xfrm>
            <a:off x="274320" y="1188720"/>
            <a:ext cx="8595360" cy="400110"/>
          </a:xfrm>
          <a:prstGeom prst="rect">
            <a:avLst/>
          </a:prstGeom>
          <a:noFill/>
        </p:spPr>
        <p:txBody>
          <a:bodyPr wrap="square" rtlCol="0">
            <a:spAutoFit/>
          </a:bodyPr>
          <a:lstStyle/>
          <a:p>
            <a:pPr marL="342900" indent="-342900">
              <a:buFont typeface="Wingdings"/>
              <a:buChar char=""/>
            </a:pPr>
            <a:r>
              <a:rPr lang="en-US" sz="2000" dirty="0">
                <a:solidFill>
                  <a:srgbClr val="0C2340"/>
                </a:solidFill>
                <a:latin typeface="Times New Roman"/>
                <a:ea typeface="Calibri"/>
              </a:rPr>
              <a:t>Individual Assessments assignment on Canvas due February 1</a:t>
            </a:r>
          </a:p>
        </p:txBody>
      </p:sp>
    </p:spTree>
    <p:extLst>
      <p:ext uri="{BB962C8B-B14F-4D97-AF65-F5344CB8AC3E}">
        <p14:creationId xmlns:p14="http://schemas.microsoft.com/office/powerpoint/2010/main" val="2698263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457202"/>
            <a:ext cx="7315200" cy="584775"/>
          </a:xfrm>
          <a:prstGeom prst="rect">
            <a:avLst/>
          </a:prstGeom>
          <a:noFill/>
        </p:spPr>
        <p:txBody>
          <a:bodyPr wrap="square" rtlCol="0">
            <a:spAutoFit/>
          </a:bodyPr>
          <a:lstStyle/>
          <a:p>
            <a:pPr algn="ctr"/>
            <a:r>
              <a:rPr lang="en-US" sz="3200" dirty="0">
                <a:solidFill>
                  <a:srgbClr val="0C2340"/>
                </a:solidFill>
                <a:latin typeface="Times New Roman"/>
              </a:rPr>
              <a:t>Why learn to negotiate?</a:t>
            </a:r>
          </a:p>
        </p:txBody>
      </p:sp>
      <p:sp>
        <p:nvSpPr>
          <p:cNvPr id="2" name="Slide Number Placeholder 1"/>
          <p:cNvSpPr>
            <a:spLocks noGrp="1"/>
          </p:cNvSpPr>
          <p:nvPr>
            <p:ph type="sldNum" sz="quarter" idx="12"/>
          </p:nvPr>
        </p:nvSpPr>
        <p:spPr/>
        <p:txBody>
          <a:bodyPr/>
          <a:lstStyle/>
          <a:p>
            <a:fld id="{54B2D119-4472-444A-BADD-4113D315726F}" type="slidenum">
              <a:rPr lang="en-US">
                <a:solidFill>
                  <a:srgbClr val="632423">
                    <a:tint val="75000"/>
                  </a:srgbClr>
                </a:solidFill>
                <a:latin typeface="Times New Roman"/>
              </a:rPr>
              <a:pPr/>
              <a:t>12</a:t>
            </a:fld>
            <a:endParaRPr lang="en-US" dirty="0">
              <a:solidFill>
                <a:srgbClr val="632423">
                  <a:tint val="75000"/>
                </a:srgbClr>
              </a:solidFill>
              <a:latin typeface="Times New Roman"/>
            </a:endParaRPr>
          </a:p>
        </p:txBody>
      </p:sp>
      <p:pic>
        <p:nvPicPr>
          <p:cNvPr id="1026" name="Picture 2">
            <a:hlinkClick r:id="rId2"/>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2869977" y="1676400"/>
            <a:ext cx="3404049" cy="3638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599237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su slide">
  <a:themeElements>
    <a:clrScheme name="Custom 1">
      <a:dk1>
        <a:srgbClr val="632423"/>
      </a:dk1>
      <a:lt1>
        <a:sysClr val="window" lastClr="FFFFFF"/>
      </a:lt1>
      <a:dk2>
        <a:srgbClr val="632423"/>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resentations">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446</Words>
  <Application>Microsoft Office PowerPoint</Application>
  <PresentationFormat>On-screen Show (4:3)</PresentationFormat>
  <Paragraphs>76</Paragraphs>
  <Slides>12</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12</vt:i4>
      </vt:variant>
    </vt:vector>
  </HeadingPairs>
  <TitlesOfParts>
    <vt:vector size="19" baseType="lpstr">
      <vt:lpstr>Arial</vt:lpstr>
      <vt:lpstr>Calibri</vt:lpstr>
      <vt:lpstr>Calibri Light</vt:lpstr>
      <vt:lpstr>Times New Roman</vt:lpstr>
      <vt:lpstr>Wingdings</vt:lpstr>
      <vt:lpstr>Office Theme</vt:lpstr>
      <vt:lpstr>fsu slide</vt:lpstr>
      <vt:lpstr>NEGOTIATION AND CONFLICT MANAGEMENT  Individual Differences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NEGOTIATION AND CONFLICT MANAGEMENT  Individual Differences</dc:title>
  <dc:creator>Russell, Zachary</dc:creator>
  <cp:lastModifiedBy>Russell, Zachary</cp:lastModifiedBy>
  <cp:revision>6</cp:revision>
  <dcterms:created xsi:type="dcterms:W3CDTF">2024-01-16T20:43:14Z</dcterms:created>
  <dcterms:modified xsi:type="dcterms:W3CDTF">2026-01-19T13:28:59Z</dcterms:modified>
</cp:coreProperties>
</file>
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 id="2147483662" r:id="rId2"/>
    <p:sldMasterId id="2147483674" r:id="rId3"/>
  </p:sldMasterIdLst>
  <p:notesMasterIdLst>
    <p:notesMasterId r:id="rId40"/>
  </p:notesMasterIdLst>
  <p:sldIdLst>
    <p:sldId id="337" r:id="rId4"/>
    <p:sldId id="268" r:id="rId5"/>
    <p:sldId id="286" r:id="rId6"/>
    <p:sldId id="292" r:id="rId7"/>
    <p:sldId id="270" r:id="rId8"/>
    <p:sldId id="274" r:id="rId9"/>
    <p:sldId id="287" r:id="rId10"/>
    <p:sldId id="338" r:id="rId11"/>
    <p:sldId id="272" r:id="rId12"/>
    <p:sldId id="309" r:id="rId13"/>
    <p:sldId id="301" r:id="rId14"/>
    <p:sldId id="313" r:id="rId15"/>
    <p:sldId id="312" r:id="rId16"/>
    <p:sldId id="288" r:id="rId17"/>
    <p:sldId id="303" r:id="rId18"/>
    <p:sldId id="278" r:id="rId19"/>
    <p:sldId id="304" r:id="rId20"/>
    <p:sldId id="314" r:id="rId21"/>
    <p:sldId id="293" r:id="rId22"/>
    <p:sldId id="339" r:id="rId23"/>
    <p:sldId id="279" r:id="rId24"/>
    <p:sldId id="295" r:id="rId25"/>
    <p:sldId id="315" r:id="rId26"/>
    <p:sldId id="280" r:id="rId27"/>
    <p:sldId id="290" r:id="rId28"/>
    <p:sldId id="296" r:id="rId29"/>
    <p:sldId id="297" r:id="rId30"/>
    <p:sldId id="281" r:id="rId31"/>
    <p:sldId id="299" r:id="rId32"/>
    <p:sldId id="320" r:id="rId33"/>
    <p:sldId id="283" r:id="rId34"/>
    <p:sldId id="300" r:id="rId35"/>
    <p:sldId id="305" r:id="rId36"/>
    <p:sldId id="306" r:id="rId37"/>
    <p:sldId id="307" r:id="rId38"/>
    <p:sldId id="308" r:id="rId3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mn-ea"/>
        <a:cs typeface="+mn-cs"/>
      </a:defRPr>
    </a:lvl5pPr>
    <a:lvl6pPr marL="2286000" algn="l" defTabSz="914400" rtl="0" eaLnBrk="1" latinLnBrk="0" hangingPunct="1">
      <a:defRPr sz="2400" kern="1200">
        <a:solidFill>
          <a:schemeClr val="tx1"/>
        </a:solidFill>
        <a:latin typeface="Times" panose="02020603050405020304" pitchFamily="18" charset="0"/>
        <a:ea typeface="+mn-ea"/>
        <a:cs typeface="+mn-cs"/>
      </a:defRPr>
    </a:lvl6pPr>
    <a:lvl7pPr marL="2743200" algn="l" defTabSz="914400" rtl="0" eaLnBrk="1" latinLnBrk="0" hangingPunct="1">
      <a:defRPr sz="2400" kern="1200">
        <a:solidFill>
          <a:schemeClr val="tx1"/>
        </a:solidFill>
        <a:latin typeface="Times" panose="02020603050405020304" pitchFamily="18" charset="0"/>
        <a:ea typeface="+mn-ea"/>
        <a:cs typeface="+mn-cs"/>
      </a:defRPr>
    </a:lvl7pPr>
    <a:lvl8pPr marL="3200400" algn="l" defTabSz="914400" rtl="0" eaLnBrk="1" latinLnBrk="0" hangingPunct="1">
      <a:defRPr sz="2400" kern="1200">
        <a:solidFill>
          <a:schemeClr val="tx1"/>
        </a:solidFill>
        <a:latin typeface="Times" panose="02020603050405020304" pitchFamily="18" charset="0"/>
        <a:ea typeface="+mn-ea"/>
        <a:cs typeface="+mn-cs"/>
      </a:defRPr>
    </a:lvl8pPr>
    <a:lvl9pPr marL="3657600" algn="l" defTabSz="914400" rtl="0" eaLnBrk="1" latinLnBrk="0" hangingPunct="1">
      <a:defRPr sz="24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7AB8"/>
    <a:srgbClr val="E3E0CB"/>
    <a:srgbClr val="E9E7D7"/>
    <a:srgbClr val="AE1C34"/>
    <a:srgbClr val="FF5C00"/>
    <a:srgbClr val="6E20A0"/>
    <a:srgbClr val="00533E"/>
    <a:srgbClr val="11147D"/>
    <a:srgbClr val="BBC7E1"/>
    <a:srgbClr val="0095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23" autoAdjust="0"/>
    <p:restoredTop sz="85984" autoAdjust="0"/>
  </p:normalViewPr>
  <p:slideViewPr>
    <p:cSldViewPr>
      <p:cViewPr varScale="1">
        <p:scale>
          <a:sx n="66" d="100"/>
          <a:sy n="66" d="100"/>
        </p:scale>
        <p:origin x="1224"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lva, Jorge" userId="c1a77cdc-26a4-48a1-b565-b21e42cdab32" providerId="ADAL" clId="{0716D50D-F6BF-472D-BFB0-E3050D0B2426}"/>
    <pc:docChg chg="undo custSel delSld modSld">
      <pc:chgData name="Selva, Jorge" userId="c1a77cdc-26a4-48a1-b565-b21e42cdab32" providerId="ADAL" clId="{0716D50D-F6BF-472D-BFB0-E3050D0B2426}" dt="2025-03-17T08:34:10.084" v="1141" actId="1076"/>
      <pc:docMkLst>
        <pc:docMk/>
      </pc:docMkLst>
      <pc:sldChg chg="modSp mod">
        <pc:chgData name="Selva, Jorge" userId="c1a77cdc-26a4-48a1-b565-b21e42cdab32" providerId="ADAL" clId="{0716D50D-F6BF-472D-BFB0-E3050D0B2426}" dt="2025-03-02T22:13:28.228" v="2" actId="113"/>
        <pc:sldMkLst>
          <pc:docMk/>
          <pc:sldMk cId="4087134713" sldId="268"/>
        </pc:sldMkLst>
        <pc:spChg chg="mod">
          <ac:chgData name="Selva, Jorge" userId="c1a77cdc-26a4-48a1-b565-b21e42cdab32" providerId="ADAL" clId="{0716D50D-F6BF-472D-BFB0-E3050D0B2426}" dt="2025-03-02T22:13:28.228" v="2" actId="113"/>
          <ac:spMkLst>
            <pc:docMk/>
            <pc:sldMk cId="4087134713" sldId="268"/>
            <ac:spMk id="60420" creationId="{00000000-0000-0000-0000-000000000000}"/>
          </ac:spMkLst>
        </pc:spChg>
      </pc:sldChg>
      <pc:sldChg chg="addSp modSp mod modNotesTx">
        <pc:chgData name="Selva, Jorge" userId="c1a77cdc-26a4-48a1-b565-b21e42cdab32" providerId="ADAL" clId="{0716D50D-F6BF-472D-BFB0-E3050D0B2426}" dt="2025-03-03T02:03:36.697" v="434" actId="20577"/>
        <pc:sldMkLst>
          <pc:docMk/>
          <pc:sldMk cId="3814810211" sldId="270"/>
        </pc:sldMkLst>
        <pc:spChg chg="mod">
          <ac:chgData name="Selva, Jorge" userId="c1a77cdc-26a4-48a1-b565-b21e42cdab32" providerId="ADAL" clId="{0716D50D-F6BF-472D-BFB0-E3050D0B2426}" dt="2025-03-03T02:01:49.966" v="426" actId="164"/>
          <ac:spMkLst>
            <pc:docMk/>
            <pc:sldMk cId="3814810211" sldId="270"/>
            <ac:spMk id="3" creationId="{4D4F252C-0229-47C6-8711-B2DE8AA9199A}"/>
          </ac:spMkLst>
        </pc:spChg>
        <pc:grpChg chg="add mod">
          <ac:chgData name="Selva, Jorge" userId="c1a77cdc-26a4-48a1-b565-b21e42cdab32" providerId="ADAL" clId="{0716D50D-F6BF-472D-BFB0-E3050D0B2426}" dt="2025-03-03T02:01:49.966" v="426" actId="164"/>
          <ac:grpSpMkLst>
            <pc:docMk/>
            <pc:sldMk cId="3814810211" sldId="270"/>
            <ac:grpSpMk id="4" creationId="{159872B0-AA7C-4EC8-9C7D-3B2438AE6DFC}"/>
          </ac:grpSpMkLst>
        </pc:grpChg>
        <pc:picChg chg="mod">
          <ac:chgData name="Selva, Jorge" userId="c1a77cdc-26a4-48a1-b565-b21e42cdab32" providerId="ADAL" clId="{0716D50D-F6BF-472D-BFB0-E3050D0B2426}" dt="2025-03-03T02:01:49.966" v="426" actId="164"/>
          <ac:picMkLst>
            <pc:docMk/>
            <pc:sldMk cId="3814810211" sldId="270"/>
            <ac:picMk id="2" creationId="{00000000-0000-0000-0000-000000000000}"/>
          </ac:picMkLst>
        </pc:picChg>
      </pc:sldChg>
      <pc:sldChg chg="modSp mod">
        <pc:chgData name="Selva, Jorge" userId="c1a77cdc-26a4-48a1-b565-b21e42cdab32" providerId="ADAL" clId="{0716D50D-F6BF-472D-BFB0-E3050D0B2426}" dt="2025-03-03T02:13:32.153" v="441" actId="14100"/>
        <pc:sldMkLst>
          <pc:docMk/>
          <pc:sldMk cId="3099375174" sldId="272"/>
        </pc:sldMkLst>
        <pc:picChg chg="mod">
          <ac:chgData name="Selva, Jorge" userId="c1a77cdc-26a4-48a1-b565-b21e42cdab32" providerId="ADAL" clId="{0716D50D-F6BF-472D-BFB0-E3050D0B2426}" dt="2025-03-03T02:13:32.153" v="441" actId="14100"/>
          <ac:picMkLst>
            <pc:docMk/>
            <pc:sldMk cId="3099375174" sldId="272"/>
            <ac:picMk id="2" creationId="{00000000-0000-0000-0000-000000000000}"/>
          </ac:picMkLst>
        </pc:picChg>
      </pc:sldChg>
      <pc:sldChg chg="modSp mod">
        <pc:chgData name="Selva, Jorge" userId="c1a77cdc-26a4-48a1-b565-b21e42cdab32" providerId="ADAL" clId="{0716D50D-F6BF-472D-BFB0-E3050D0B2426}" dt="2025-03-03T02:09:19.023" v="438" actId="20577"/>
        <pc:sldMkLst>
          <pc:docMk/>
          <pc:sldMk cId="3942994012" sldId="274"/>
        </pc:sldMkLst>
        <pc:spChg chg="mod">
          <ac:chgData name="Selva, Jorge" userId="c1a77cdc-26a4-48a1-b565-b21e42cdab32" providerId="ADAL" clId="{0716D50D-F6BF-472D-BFB0-E3050D0B2426}" dt="2025-03-03T02:09:19.023" v="438" actId="20577"/>
          <ac:spMkLst>
            <pc:docMk/>
            <pc:sldMk cId="3942994012" sldId="274"/>
            <ac:spMk id="2" creationId="{B013E917-DF9A-4C65-BC90-BEE6863002DD}"/>
          </ac:spMkLst>
        </pc:spChg>
        <pc:spChg chg="mod">
          <ac:chgData name="Selva, Jorge" userId="c1a77cdc-26a4-48a1-b565-b21e42cdab32" providerId="ADAL" clId="{0716D50D-F6BF-472D-BFB0-E3050D0B2426}" dt="2025-03-03T01:55:32.021" v="413" actId="20577"/>
          <ac:spMkLst>
            <pc:docMk/>
            <pc:sldMk cId="3942994012" sldId="274"/>
            <ac:spMk id="6" creationId="{05124D18-D686-4234-9146-2C92A7DE97D2}"/>
          </ac:spMkLst>
        </pc:spChg>
      </pc:sldChg>
      <pc:sldChg chg="addSp delSp modSp mod modNotesTx">
        <pc:chgData name="Selva, Jorge" userId="c1a77cdc-26a4-48a1-b565-b21e42cdab32" providerId="ADAL" clId="{0716D50D-F6BF-472D-BFB0-E3050D0B2426}" dt="2025-03-03T02:34:04.196" v="938" actId="20577"/>
        <pc:sldMkLst>
          <pc:docMk/>
          <pc:sldMk cId="3633432224" sldId="278"/>
        </pc:sldMkLst>
        <pc:spChg chg="del">
          <ac:chgData name="Selva, Jorge" userId="c1a77cdc-26a4-48a1-b565-b21e42cdab32" providerId="ADAL" clId="{0716D50D-F6BF-472D-BFB0-E3050D0B2426}" dt="2025-03-02T22:14:38.316" v="5" actId="478"/>
          <ac:spMkLst>
            <pc:docMk/>
            <pc:sldMk cId="3633432224" sldId="278"/>
            <ac:spMk id="2" creationId="{DA270C08-2CD1-9D1B-A279-AA6C7B785840}"/>
          </ac:spMkLst>
        </pc:spChg>
        <pc:spChg chg="add mod">
          <ac:chgData name="Selva, Jorge" userId="c1a77cdc-26a4-48a1-b565-b21e42cdab32" providerId="ADAL" clId="{0716D50D-F6BF-472D-BFB0-E3050D0B2426}" dt="2025-03-03T02:26:54.376" v="663" actId="20577"/>
          <ac:spMkLst>
            <pc:docMk/>
            <pc:sldMk cId="3633432224" sldId="278"/>
            <ac:spMk id="3" creationId="{9843731F-5A58-45E1-9216-5DDB422AE0D0}"/>
          </ac:spMkLst>
        </pc:spChg>
        <pc:spChg chg="add mod">
          <ac:chgData name="Selva, Jorge" userId="c1a77cdc-26a4-48a1-b565-b21e42cdab32" providerId="ADAL" clId="{0716D50D-F6BF-472D-BFB0-E3050D0B2426}" dt="2025-03-03T02:27:04.483" v="664" actId="403"/>
          <ac:spMkLst>
            <pc:docMk/>
            <pc:sldMk cId="3633432224" sldId="278"/>
            <ac:spMk id="9" creationId="{045712D7-1C43-4DA5-BAF8-E41A63931BEA}"/>
          </ac:spMkLst>
        </pc:spChg>
        <pc:spChg chg="add mod">
          <ac:chgData name="Selva, Jorge" userId="c1a77cdc-26a4-48a1-b565-b21e42cdab32" providerId="ADAL" clId="{0716D50D-F6BF-472D-BFB0-E3050D0B2426}" dt="2025-03-03T02:28:39.889" v="730" actId="20577"/>
          <ac:spMkLst>
            <pc:docMk/>
            <pc:sldMk cId="3633432224" sldId="278"/>
            <ac:spMk id="10" creationId="{AA54FD4D-98DA-497D-B021-465D11A83E27}"/>
          </ac:spMkLst>
        </pc:spChg>
        <pc:spChg chg="add mod">
          <ac:chgData name="Selva, Jorge" userId="c1a77cdc-26a4-48a1-b565-b21e42cdab32" providerId="ADAL" clId="{0716D50D-F6BF-472D-BFB0-E3050D0B2426}" dt="2025-03-03T02:31:32.584" v="813" actId="1037"/>
          <ac:spMkLst>
            <pc:docMk/>
            <pc:sldMk cId="3633432224" sldId="278"/>
            <ac:spMk id="11" creationId="{00A75659-1A80-4325-8FEF-26088A4837A6}"/>
          </ac:spMkLst>
        </pc:spChg>
        <pc:spChg chg="add mod">
          <ac:chgData name="Selva, Jorge" userId="c1a77cdc-26a4-48a1-b565-b21e42cdab32" providerId="ADAL" clId="{0716D50D-F6BF-472D-BFB0-E3050D0B2426}" dt="2025-03-03T02:34:04.196" v="938" actId="20577"/>
          <ac:spMkLst>
            <pc:docMk/>
            <pc:sldMk cId="3633432224" sldId="278"/>
            <ac:spMk id="12" creationId="{C07B1C63-EAF4-4417-A2E3-6C66E00C808E}"/>
          </ac:spMkLst>
        </pc:spChg>
        <pc:spChg chg="del">
          <ac:chgData name="Selva, Jorge" userId="c1a77cdc-26a4-48a1-b565-b21e42cdab32" providerId="ADAL" clId="{0716D50D-F6BF-472D-BFB0-E3050D0B2426}" dt="2025-03-03T02:31:16.127" v="812" actId="478"/>
          <ac:spMkLst>
            <pc:docMk/>
            <pc:sldMk cId="3633432224" sldId="278"/>
            <ac:spMk id="44034" creationId="{00000000-0000-0000-0000-000000000000}"/>
          </ac:spMkLst>
        </pc:spChg>
        <pc:spChg chg="del mod">
          <ac:chgData name="Selva, Jorge" userId="c1a77cdc-26a4-48a1-b565-b21e42cdab32" providerId="ADAL" clId="{0716D50D-F6BF-472D-BFB0-E3050D0B2426}" dt="2025-03-03T02:31:10.262" v="811" actId="478"/>
          <ac:spMkLst>
            <pc:docMk/>
            <pc:sldMk cId="3633432224" sldId="278"/>
            <ac:spMk id="44035" creationId="{00000000-0000-0000-0000-000000000000}"/>
          </ac:spMkLst>
        </pc:spChg>
        <pc:picChg chg="mod">
          <ac:chgData name="Selva, Jorge" userId="c1a77cdc-26a4-48a1-b565-b21e42cdab32" providerId="ADAL" clId="{0716D50D-F6BF-472D-BFB0-E3050D0B2426}" dt="2025-03-03T02:29:03.203" v="741" actId="1038"/>
          <ac:picMkLst>
            <pc:docMk/>
            <pc:sldMk cId="3633432224" sldId="278"/>
            <ac:picMk id="2050" creationId="{ACE77053-CED3-425B-5DFD-FA16C5780A90}"/>
          </ac:picMkLst>
        </pc:picChg>
      </pc:sldChg>
      <pc:sldChg chg="delSp modSp mod">
        <pc:chgData name="Selva, Jorge" userId="c1a77cdc-26a4-48a1-b565-b21e42cdab32" providerId="ADAL" clId="{0716D50D-F6BF-472D-BFB0-E3050D0B2426}" dt="2025-03-05T05:44:08.912" v="1084" actId="20577"/>
        <pc:sldMkLst>
          <pc:docMk/>
          <pc:sldMk cId="1833552596" sldId="279"/>
        </pc:sldMkLst>
        <pc:spChg chg="del">
          <ac:chgData name="Selva, Jorge" userId="c1a77cdc-26a4-48a1-b565-b21e42cdab32" providerId="ADAL" clId="{0716D50D-F6BF-472D-BFB0-E3050D0B2426}" dt="2025-03-02T22:14:57.191" v="6" actId="478"/>
          <ac:spMkLst>
            <pc:docMk/>
            <pc:sldMk cId="1833552596" sldId="279"/>
            <ac:spMk id="3" creationId="{8DB7D9BD-77F5-DD49-035D-C1B29DB39CA9}"/>
          </ac:spMkLst>
        </pc:spChg>
        <pc:spChg chg="mod">
          <ac:chgData name="Selva, Jorge" userId="c1a77cdc-26a4-48a1-b565-b21e42cdab32" providerId="ADAL" clId="{0716D50D-F6BF-472D-BFB0-E3050D0B2426}" dt="2025-03-05T05:44:08.912" v="1084" actId="20577"/>
          <ac:spMkLst>
            <pc:docMk/>
            <pc:sldMk cId="1833552596" sldId="279"/>
            <ac:spMk id="4" creationId="{00000000-0000-0000-0000-000000000000}"/>
          </ac:spMkLst>
        </pc:spChg>
      </pc:sldChg>
      <pc:sldChg chg="delSp mod">
        <pc:chgData name="Selva, Jorge" userId="c1a77cdc-26a4-48a1-b565-b21e42cdab32" providerId="ADAL" clId="{0716D50D-F6BF-472D-BFB0-E3050D0B2426}" dt="2025-03-02T22:15:12.428" v="7" actId="478"/>
        <pc:sldMkLst>
          <pc:docMk/>
          <pc:sldMk cId="3065078043" sldId="280"/>
        </pc:sldMkLst>
        <pc:spChg chg="del">
          <ac:chgData name="Selva, Jorge" userId="c1a77cdc-26a4-48a1-b565-b21e42cdab32" providerId="ADAL" clId="{0716D50D-F6BF-472D-BFB0-E3050D0B2426}" dt="2025-03-02T22:15:12.428" v="7" actId="478"/>
          <ac:spMkLst>
            <pc:docMk/>
            <pc:sldMk cId="3065078043" sldId="280"/>
            <ac:spMk id="2" creationId="{3BA240DA-5779-4C34-A7FD-5B37DCB4B16A}"/>
          </ac:spMkLst>
        </pc:spChg>
      </pc:sldChg>
      <pc:sldChg chg="addSp delSp modSp mod modNotesTx">
        <pc:chgData name="Selva, Jorge" userId="c1a77cdc-26a4-48a1-b565-b21e42cdab32" providerId="ADAL" clId="{0716D50D-F6BF-472D-BFB0-E3050D0B2426}" dt="2025-03-17T05:54:05.722" v="1116" actId="113"/>
        <pc:sldMkLst>
          <pc:docMk/>
          <pc:sldMk cId="786308757" sldId="281"/>
        </pc:sldMkLst>
        <pc:spChg chg="mod">
          <ac:chgData name="Selva, Jorge" userId="c1a77cdc-26a4-48a1-b565-b21e42cdab32" providerId="ADAL" clId="{0716D50D-F6BF-472D-BFB0-E3050D0B2426}" dt="2025-03-17T05:54:05.722" v="1116" actId="113"/>
          <ac:spMkLst>
            <pc:docMk/>
            <pc:sldMk cId="786308757" sldId="281"/>
            <ac:spMk id="2" creationId="{00000000-0000-0000-0000-000000000000}"/>
          </ac:spMkLst>
        </pc:spChg>
        <pc:spChg chg="del">
          <ac:chgData name="Selva, Jorge" userId="c1a77cdc-26a4-48a1-b565-b21e42cdab32" providerId="ADAL" clId="{0716D50D-F6BF-472D-BFB0-E3050D0B2426}" dt="2025-03-02T22:15:25.004" v="8" actId="478"/>
          <ac:spMkLst>
            <pc:docMk/>
            <pc:sldMk cId="786308757" sldId="281"/>
            <ac:spMk id="3" creationId="{762E415F-A561-F838-B61F-794F126AEA86}"/>
          </ac:spMkLst>
        </pc:spChg>
        <pc:spChg chg="add mod ord">
          <ac:chgData name="Selva, Jorge" userId="c1a77cdc-26a4-48a1-b565-b21e42cdab32" providerId="ADAL" clId="{0716D50D-F6BF-472D-BFB0-E3050D0B2426}" dt="2025-03-03T02:48:45.556" v="976" actId="167"/>
          <ac:spMkLst>
            <pc:docMk/>
            <pc:sldMk cId="786308757" sldId="281"/>
            <ac:spMk id="6" creationId="{137FD3D4-7EE3-4836-B52C-C4EFD14D29F4}"/>
          </ac:spMkLst>
        </pc:spChg>
      </pc:sldChg>
      <pc:sldChg chg="modNotesTx">
        <pc:chgData name="Selva, Jorge" userId="c1a77cdc-26a4-48a1-b565-b21e42cdab32" providerId="ADAL" clId="{0716D50D-F6BF-472D-BFB0-E3050D0B2426}" dt="2025-03-17T06:45:31.438" v="1124" actId="113"/>
        <pc:sldMkLst>
          <pc:docMk/>
          <pc:sldMk cId="1936904623" sldId="283"/>
        </pc:sldMkLst>
      </pc:sldChg>
      <pc:sldChg chg="delSp mod">
        <pc:chgData name="Selva, Jorge" userId="c1a77cdc-26a4-48a1-b565-b21e42cdab32" providerId="ADAL" clId="{0716D50D-F6BF-472D-BFB0-E3050D0B2426}" dt="2025-03-02T22:14:20.135" v="4" actId="478"/>
        <pc:sldMkLst>
          <pc:docMk/>
          <pc:sldMk cId="3653206315" sldId="288"/>
        </pc:sldMkLst>
        <pc:spChg chg="del">
          <ac:chgData name="Selva, Jorge" userId="c1a77cdc-26a4-48a1-b565-b21e42cdab32" providerId="ADAL" clId="{0716D50D-F6BF-472D-BFB0-E3050D0B2426}" dt="2025-03-02T22:14:20.135" v="4" actId="478"/>
          <ac:spMkLst>
            <pc:docMk/>
            <pc:sldMk cId="3653206315" sldId="288"/>
            <ac:spMk id="4" creationId="{4FEB07BE-95E8-C491-31B9-E0AFC673B7BD}"/>
          </ac:spMkLst>
        </pc:spChg>
      </pc:sldChg>
      <pc:sldChg chg="modSp mod">
        <pc:chgData name="Selva, Jorge" userId="c1a77cdc-26a4-48a1-b565-b21e42cdab32" providerId="ADAL" clId="{0716D50D-F6BF-472D-BFB0-E3050D0B2426}" dt="2025-03-02T22:38:32.853" v="204" actId="1036"/>
        <pc:sldMkLst>
          <pc:docMk/>
          <pc:sldMk cId="3327985038" sldId="290"/>
        </pc:sldMkLst>
        <pc:spChg chg="mod">
          <ac:chgData name="Selva, Jorge" userId="c1a77cdc-26a4-48a1-b565-b21e42cdab32" providerId="ADAL" clId="{0716D50D-F6BF-472D-BFB0-E3050D0B2426}" dt="2025-03-02T22:38:32.853" v="204" actId="1036"/>
          <ac:spMkLst>
            <pc:docMk/>
            <pc:sldMk cId="3327985038" sldId="290"/>
            <ac:spMk id="7" creationId="{F7EBAC63-BEEA-0CE2-1845-B3E3513332A1}"/>
          </ac:spMkLst>
        </pc:spChg>
      </pc:sldChg>
      <pc:sldChg chg="addSp delSp modSp mod">
        <pc:chgData name="Selva, Jorge" userId="c1a77cdc-26a4-48a1-b565-b21e42cdab32" providerId="ADAL" clId="{0716D50D-F6BF-472D-BFB0-E3050D0B2426}" dt="2025-03-17T07:30:29.917" v="1137" actId="20577"/>
        <pc:sldMkLst>
          <pc:docMk/>
          <pc:sldMk cId="2463937054" sldId="292"/>
        </pc:sldMkLst>
        <pc:spChg chg="add mod">
          <ac:chgData name="Selva, Jorge" userId="c1a77cdc-26a4-48a1-b565-b21e42cdab32" providerId="ADAL" clId="{0716D50D-F6BF-472D-BFB0-E3050D0B2426}" dt="2025-03-17T07:30:29.917" v="1137" actId="20577"/>
          <ac:spMkLst>
            <pc:docMk/>
            <pc:sldMk cId="2463937054" sldId="292"/>
            <ac:spMk id="3" creationId="{3859AF71-5016-4EAC-849E-B6B54E9ABAC1}"/>
          </ac:spMkLst>
        </pc:spChg>
        <pc:spChg chg="add mod ord">
          <ac:chgData name="Selva, Jorge" userId="c1a77cdc-26a4-48a1-b565-b21e42cdab32" providerId="ADAL" clId="{0716D50D-F6BF-472D-BFB0-E3050D0B2426}" dt="2025-03-03T02:48:03.164" v="970" actId="167"/>
          <ac:spMkLst>
            <pc:docMk/>
            <pc:sldMk cId="2463937054" sldId="292"/>
            <ac:spMk id="7" creationId="{E7C13D9E-BB0D-4962-9D70-BFE804626570}"/>
          </ac:spMkLst>
        </pc:spChg>
        <pc:spChg chg="del">
          <ac:chgData name="Selva, Jorge" userId="c1a77cdc-26a4-48a1-b565-b21e42cdab32" providerId="ADAL" clId="{0716D50D-F6BF-472D-BFB0-E3050D0B2426}" dt="2025-03-02T22:13:51.083" v="3" actId="478"/>
          <ac:spMkLst>
            <pc:docMk/>
            <pc:sldMk cId="2463937054" sldId="292"/>
            <ac:spMk id="9" creationId="{A7DC86AD-D391-4848-8DD1-7CAF0F21C993}"/>
          </ac:spMkLst>
        </pc:spChg>
        <pc:picChg chg="mod">
          <ac:chgData name="Selva, Jorge" userId="c1a77cdc-26a4-48a1-b565-b21e42cdab32" providerId="ADAL" clId="{0716D50D-F6BF-472D-BFB0-E3050D0B2426}" dt="2025-03-03T00:39:21.390" v="395" actId="14100"/>
          <ac:picMkLst>
            <pc:docMk/>
            <pc:sldMk cId="2463937054" sldId="292"/>
            <ac:picMk id="4" creationId="{5D76C293-7837-487F-9868-20B8D2F2ED47}"/>
          </ac:picMkLst>
        </pc:picChg>
      </pc:sldChg>
      <pc:sldChg chg="addSp modSp mod modNotesTx">
        <pc:chgData name="Selva, Jorge" userId="c1a77cdc-26a4-48a1-b565-b21e42cdab32" providerId="ADAL" clId="{0716D50D-F6BF-472D-BFB0-E3050D0B2426}" dt="2025-03-03T17:23:41.419" v="1060" actId="20577"/>
        <pc:sldMkLst>
          <pc:docMk/>
          <pc:sldMk cId="3968568009" sldId="293"/>
        </pc:sldMkLst>
        <pc:spChg chg="mod">
          <ac:chgData name="Selva, Jorge" userId="c1a77cdc-26a4-48a1-b565-b21e42cdab32" providerId="ADAL" clId="{0716D50D-F6BF-472D-BFB0-E3050D0B2426}" dt="2025-03-02T22:33:31.021" v="143" actId="1035"/>
          <ac:spMkLst>
            <pc:docMk/>
            <pc:sldMk cId="3968568009" sldId="293"/>
            <ac:spMk id="3" creationId="{57334259-A445-4368-B9C0-D3E4CB6F7003}"/>
          </ac:spMkLst>
        </pc:spChg>
        <pc:spChg chg="add mod ord">
          <ac:chgData name="Selva, Jorge" userId="c1a77cdc-26a4-48a1-b565-b21e42cdab32" providerId="ADAL" clId="{0716D50D-F6BF-472D-BFB0-E3050D0B2426}" dt="2025-03-03T02:36:16.319" v="947" actId="167"/>
          <ac:spMkLst>
            <pc:docMk/>
            <pc:sldMk cId="3968568009" sldId="293"/>
            <ac:spMk id="4" creationId="{D311DCFC-6C21-4998-9464-55CED485B905}"/>
          </ac:spMkLst>
        </pc:spChg>
      </pc:sldChg>
      <pc:sldChg chg="modSp mod">
        <pc:chgData name="Selva, Jorge" userId="c1a77cdc-26a4-48a1-b565-b21e42cdab32" providerId="ADAL" clId="{0716D50D-F6BF-472D-BFB0-E3050D0B2426}" dt="2025-03-05T05:43:27.985" v="1082" actId="20577"/>
        <pc:sldMkLst>
          <pc:docMk/>
          <pc:sldMk cId="1456853766" sldId="295"/>
        </pc:sldMkLst>
        <pc:spChg chg="mod">
          <ac:chgData name="Selva, Jorge" userId="c1a77cdc-26a4-48a1-b565-b21e42cdab32" providerId="ADAL" clId="{0716D50D-F6BF-472D-BFB0-E3050D0B2426}" dt="2025-03-05T05:43:27.985" v="1082" actId="20577"/>
          <ac:spMkLst>
            <pc:docMk/>
            <pc:sldMk cId="1456853766" sldId="295"/>
            <ac:spMk id="3" creationId="{84403EFB-E73D-4B96-91E8-98B3908662EE}"/>
          </ac:spMkLst>
        </pc:spChg>
      </pc:sldChg>
      <pc:sldChg chg="modSp mod">
        <pc:chgData name="Selva, Jorge" userId="c1a77cdc-26a4-48a1-b565-b21e42cdab32" providerId="ADAL" clId="{0716D50D-F6BF-472D-BFB0-E3050D0B2426}" dt="2025-03-03T03:08:14.124" v="1041" actId="20577"/>
        <pc:sldMkLst>
          <pc:docMk/>
          <pc:sldMk cId="1956674175" sldId="296"/>
        </pc:sldMkLst>
        <pc:spChg chg="mod">
          <ac:chgData name="Selva, Jorge" userId="c1a77cdc-26a4-48a1-b565-b21e42cdab32" providerId="ADAL" clId="{0716D50D-F6BF-472D-BFB0-E3050D0B2426}" dt="2025-03-03T03:08:14.124" v="1041" actId="20577"/>
          <ac:spMkLst>
            <pc:docMk/>
            <pc:sldMk cId="1956674175" sldId="296"/>
            <ac:spMk id="2" creationId="{8B71BAE7-5329-4ED6-AC8E-F112FF772C8B}"/>
          </ac:spMkLst>
        </pc:spChg>
        <pc:spChg chg="mod">
          <ac:chgData name="Selva, Jorge" userId="c1a77cdc-26a4-48a1-b565-b21e42cdab32" providerId="ADAL" clId="{0716D50D-F6BF-472D-BFB0-E3050D0B2426}" dt="2025-03-02T22:41:41.256" v="236" actId="403"/>
          <ac:spMkLst>
            <pc:docMk/>
            <pc:sldMk cId="1956674175" sldId="296"/>
            <ac:spMk id="3" creationId="{78C4EF9A-35FD-4B50-9186-50B0AD261C82}"/>
          </ac:spMkLst>
        </pc:spChg>
      </pc:sldChg>
      <pc:sldChg chg="addSp modSp mod">
        <pc:chgData name="Selva, Jorge" userId="c1a77cdc-26a4-48a1-b565-b21e42cdab32" providerId="ADAL" clId="{0716D50D-F6BF-472D-BFB0-E3050D0B2426}" dt="2025-03-02T22:45:10.974" v="270" actId="115"/>
        <pc:sldMkLst>
          <pc:docMk/>
          <pc:sldMk cId="1432708155" sldId="297"/>
        </pc:sldMkLst>
        <pc:spChg chg="mod">
          <ac:chgData name="Selva, Jorge" userId="c1a77cdc-26a4-48a1-b565-b21e42cdab32" providerId="ADAL" clId="{0716D50D-F6BF-472D-BFB0-E3050D0B2426}" dt="2025-03-02T22:45:10.974" v="270" actId="115"/>
          <ac:spMkLst>
            <pc:docMk/>
            <pc:sldMk cId="1432708155" sldId="297"/>
            <ac:spMk id="3" creationId="{78C4EF9A-35FD-4B50-9186-50B0AD261C82}"/>
          </ac:spMkLst>
        </pc:spChg>
        <pc:spChg chg="add mod ord">
          <ac:chgData name="Selva, Jorge" userId="c1a77cdc-26a4-48a1-b565-b21e42cdab32" providerId="ADAL" clId="{0716D50D-F6BF-472D-BFB0-E3050D0B2426}" dt="2025-03-02T22:42:46.617" v="243" actId="171"/>
          <ac:spMkLst>
            <pc:docMk/>
            <pc:sldMk cId="1432708155" sldId="297"/>
            <ac:spMk id="4" creationId="{BA72C591-51C9-46D9-BC2A-971B0471A1E2}"/>
          </ac:spMkLst>
        </pc:spChg>
      </pc:sldChg>
      <pc:sldChg chg="delSp modSp mod">
        <pc:chgData name="Selva, Jorge" userId="c1a77cdc-26a4-48a1-b565-b21e42cdab32" providerId="ADAL" clId="{0716D50D-F6BF-472D-BFB0-E3050D0B2426}" dt="2025-03-03T02:37:45.446" v="951" actId="113"/>
        <pc:sldMkLst>
          <pc:docMk/>
          <pc:sldMk cId="2488188531" sldId="299"/>
        </pc:sldMkLst>
        <pc:spChg chg="mod">
          <ac:chgData name="Selva, Jorge" userId="c1a77cdc-26a4-48a1-b565-b21e42cdab32" providerId="ADAL" clId="{0716D50D-F6BF-472D-BFB0-E3050D0B2426}" dt="2025-03-03T02:37:45.446" v="951" actId="113"/>
          <ac:spMkLst>
            <pc:docMk/>
            <pc:sldMk cId="2488188531" sldId="299"/>
            <ac:spMk id="2" creationId="{00000000-0000-0000-0000-000000000000}"/>
          </ac:spMkLst>
        </pc:spChg>
        <pc:spChg chg="del">
          <ac:chgData name="Selva, Jorge" userId="c1a77cdc-26a4-48a1-b565-b21e42cdab32" providerId="ADAL" clId="{0716D50D-F6BF-472D-BFB0-E3050D0B2426}" dt="2025-03-02T22:15:34.585" v="9" actId="478"/>
          <ac:spMkLst>
            <pc:docMk/>
            <pc:sldMk cId="2488188531" sldId="299"/>
            <ac:spMk id="3" creationId="{E6479C7F-B8F3-4FDA-8326-7F7DA51A25D0}"/>
          </ac:spMkLst>
        </pc:spChg>
      </pc:sldChg>
      <pc:sldChg chg="delSp modSp mod">
        <pc:chgData name="Selva, Jorge" userId="c1a77cdc-26a4-48a1-b565-b21e42cdab32" providerId="ADAL" clId="{0716D50D-F6BF-472D-BFB0-E3050D0B2426}" dt="2025-03-03T02:41:23.725" v="961" actId="20577"/>
        <pc:sldMkLst>
          <pc:docMk/>
          <pc:sldMk cId="3498141866" sldId="300"/>
        </pc:sldMkLst>
        <pc:spChg chg="mod">
          <ac:chgData name="Selva, Jorge" userId="c1a77cdc-26a4-48a1-b565-b21e42cdab32" providerId="ADAL" clId="{0716D50D-F6BF-472D-BFB0-E3050D0B2426}" dt="2025-03-03T02:41:23.725" v="961" actId="20577"/>
          <ac:spMkLst>
            <pc:docMk/>
            <pc:sldMk cId="3498141866" sldId="300"/>
            <ac:spMk id="3" creationId="{999A4E08-C5A8-4617-BAAA-DD3AE2FBF319}"/>
          </ac:spMkLst>
        </pc:spChg>
        <pc:spChg chg="del">
          <ac:chgData name="Selva, Jorge" userId="c1a77cdc-26a4-48a1-b565-b21e42cdab32" providerId="ADAL" clId="{0716D50D-F6BF-472D-BFB0-E3050D0B2426}" dt="2025-03-02T22:15:48.682" v="10" actId="478"/>
          <ac:spMkLst>
            <pc:docMk/>
            <pc:sldMk cId="3498141866" sldId="300"/>
            <ac:spMk id="4" creationId="{EAB45BBA-D215-4F87-B9FE-AEA0869D545A}"/>
          </ac:spMkLst>
        </pc:spChg>
      </pc:sldChg>
      <pc:sldChg chg="modSp mod">
        <pc:chgData name="Selva, Jorge" userId="c1a77cdc-26a4-48a1-b565-b21e42cdab32" providerId="ADAL" clId="{0716D50D-F6BF-472D-BFB0-E3050D0B2426}" dt="2025-03-02T22:32:13.217" v="138" actId="2711"/>
        <pc:sldMkLst>
          <pc:docMk/>
          <pc:sldMk cId="562344675" sldId="301"/>
        </pc:sldMkLst>
        <pc:spChg chg="mod">
          <ac:chgData name="Selva, Jorge" userId="c1a77cdc-26a4-48a1-b565-b21e42cdab32" providerId="ADAL" clId="{0716D50D-F6BF-472D-BFB0-E3050D0B2426}" dt="2025-03-02T22:32:13.217" v="138" actId="2711"/>
          <ac:spMkLst>
            <pc:docMk/>
            <pc:sldMk cId="562344675" sldId="301"/>
            <ac:spMk id="3" creationId="{C3DBCF46-F918-4ECB-B0B1-8D9CB919355A}"/>
          </ac:spMkLst>
        </pc:spChg>
      </pc:sldChg>
      <pc:sldChg chg="del">
        <pc:chgData name="Selva, Jorge" userId="c1a77cdc-26a4-48a1-b565-b21e42cdab32" providerId="ADAL" clId="{0716D50D-F6BF-472D-BFB0-E3050D0B2426}" dt="2025-03-02T22:31:24.468" v="136" actId="47"/>
        <pc:sldMkLst>
          <pc:docMk/>
          <pc:sldMk cId="3312609033" sldId="302"/>
        </pc:sldMkLst>
      </pc:sldChg>
      <pc:sldChg chg="addSp modSp mod">
        <pc:chgData name="Selva, Jorge" userId="c1a77cdc-26a4-48a1-b565-b21e42cdab32" providerId="ADAL" clId="{0716D50D-F6BF-472D-BFB0-E3050D0B2426}" dt="2025-03-03T03:01:55.798" v="990" actId="20577"/>
        <pc:sldMkLst>
          <pc:docMk/>
          <pc:sldMk cId="2379150843" sldId="303"/>
        </pc:sldMkLst>
        <pc:spChg chg="mod">
          <ac:chgData name="Selva, Jorge" userId="c1a77cdc-26a4-48a1-b565-b21e42cdab32" providerId="ADAL" clId="{0716D50D-F6BF-472D-BFB0-E3050D0B2426}" dt="2025-03-03T03:01:55.798" v="990" actId="20577"/>
          <ac:spMkLst>
            <pc:docMk/>
            <pc:sldMk cId="2379150843" sldId="303"/>
            <ac:spMk id="3" creationId="{D3A4FA67-6B11-45B7-81F4-F245B6C37899}"/>
          </ac:spMkLst>
        </pc:spChg>
        <pc:spChg chg="add mod ord">
          <ac:chgData name="Selva, Jorge" userId="c1a77cdc-26a4-48a1-b565-b21e42cdab32" providerId="ADAL" clId="{0716D50D-F6BF-472D-BFB0-E3050D0B2426}" dt="2025-03-03T03:01:32.185" v="987" actId="167"/>
          <ac:spMkLst>
            <pc:docMk/>
            <pc:sldMk cId="2379150843" sldId="303"/>
            <ac:spMk id="4" creationId="{225B2915-15BB-42E6-B4FF-37D9C1F9A7E5}"/>
          </ac:spMkLst>
        </pc:spChg>
      </pc:sldChg>
      <pc:sldChg chg="addSp modSp mod">
        <pc:chgData name="Selva, Jorge" userId="c1a77cdc-26a4-48a1-b565-b21e42cdab32" providerId="ADAL" clId="{0716D50D-F6BF-472D-BFB0-E3050D0B2426}" dt="2025-03-03T02:35:15.444" v="943" actId="14100"/>
        <pc:sldMkLst>
          <pc:docMk/>
          <pc:sldMk cId="1748691698" sldId="304"/>
        </pc:sldMkLst>
        <pc:spChg chg="mod">
          <ac:chgData name="Selva, Jorge" userId="c1a77cdc-26a4-48a1-b565-b21e42cdab32" providerId="ADAL" clId="{0716D50D-F6BF-472D-BFB0-E3050D0B2426}" dt="2025-03-03T02:35:15.444" v="943" actId="14100"/>
          <ac:spMkLst>
            <pc:docMk/>
            <pc:sldMk cId="1748691698" sldId="304"/>
            <ac:spMk id="3" creationId="{06745E9D-5C37-4715-9333-77CDA9F36E2E}"/>
          </ac:spMkLst>
        </pc:spChg>
        <pc:spChg chg="add mod ord">
          <ac:chgData name="Selva, Jorge" userId="c1a77cdc-26a4-48a1-b565-b21e42cdab32" providerId="ADAL" clId="{0716D50D-F6BF-472D-BFB0-E3050D0B2426}" dt="2025-03-03T02:35:08.138" v="942" actId="167"/>
          <ac:spMkLst>
            <pc:docMk/>
            <pc:sldMk cId="1748691698" sldId="304"/>
            <ac:spMk id="4" creationId="{6A9248BC-4E73-4E41-86F0-E3DE3325AD9E}"/>
          </ac:spMkLst>
        </pc:spChg>
      </pc:sldChg>
      <pc:sldChg chg="modSp mod">
        <pc:chgData name="Selva, Jorge" userId="c1a77cdc-26a4-48a1-b565-b21e42cdab32" providerId="ADAL" clId="{0716D50D-F6BF-472D-BFB0-E3050D0B2426}" dt="2025-03-02T22:25:22.479" v="118" actId="20577"/>
        <pc:sldMkLst>
          <pc:docMk/>
          <pc:sldMk cId="3461011385" sldId="305"/>
        </pc:sldMkLst>
        <pc:spChg chg="mod">
          <ac:chgData name="Selva, Jorge" userId="c1a77cdc-26a4-48a1-b565-b21e42cdab32" providerId="ADAL" clId="{0716D50D-F6BF-472D-BFB0-E3050D0B2426}" dt="2025-03-02T22:25:22.479" v="118" actId="20577"/>
          <ac:spMkLst>
            <pc:docMk/>
            <pc:sldMk cId="3461011385" sldId="305"/>
            <ac:spMk id="3" creationId="{35BC5B5F-ADB0-4CB6-863F-B30FC69F51F6}"/>
          </ac:spMkLst>
        </pc:spChg>
      </pc:sldChg>
      <pc:sldChg chg="modSp mod">
        <pc:chgData name="Selva, Jorge" userId="c1a77cdc-26a4-48a1-b565-b21e42cdab32" providerId="ADAL" clId="{0716D50D-F6BF-472D-BFB0-E3050D0B2426}" dt="2025-03-17T05:58:44.537" v="1119" actId="114"/>
        <pc:sldMkLst>
          <pc:docMk/>
          <pc:sldMk cId="1572071110" sldId="308"/>
        </pc:sldMkLst>
        <pc:spChg chg="mod">
          <ac:chgData name="Selva, Jorge" userId="c1a77cdc-26a4-48a1-b565-b21e42cdab32" providerId="ADAL" clId="{0716D50D-F6BF-472D-BFB0-E3050D0B2426}" dt="2025-03-17T05:58:44.537" v="1119" actId="114"/>
          <ac:spMkLst>
            <pc:docMk/>
            <pc:sldMk cId="1572071110" sldId="308"/>
            <ac:spMk id="3" creationId="{35BC5B5F-ADB0-4CB6-863F-B30FC69F51F6}"/>
          </ac:spMkLst>
        </pc:spChg>
      </pc:sldChg>
      <pc:sldChg chg="addSp modSp mod">
        <pc:chgData name="Selva, Jorge" userId="c1a77cdc-26a4-48a1-b565-b21e42cdab32" providerId="ADAL" clId="{0716D50D-F6BF-472D-BFB0-E3050D0B2426}" dt="2025-03-17T07:30:17.555" v="1135" actId="20577"/>
        <pc:sldMkLst>
          <pc:docMk/>
          <pc:sldMk cId="806921465" sldId="309"/>
        </pc:sldMkLst>
        <pc:spChg chg="mod">
          <ac:chgData name="Selva, Jorge" userId="c1a77cdc-26a4-48a1-b565-b21e42cdab32" providerId="ADAL" clId="{0716D50D-F6BF-472D-BFB0-E3050D0B2426}" dt="2025-03-17T07:30:17.555" v="1135" actId="20577"/>
          <ac:spMkLst>
            <pc:docMk/>
            <pc:sldMk cId="806921465" sldId="309"/>
            <ac:spMk id="3" creationId="{E66ECDC7-9EB7-4CBC-9213-8EA1F87823CA}"/>
          </ac:spMkLst>
        </pc:spChg>
        <pc:spChg chg="add mod ord">
          <ac:chgData name="Selva, Jorge" userId="c1a77cdc-26a4-48a1-b565-b21e42cdab32" providerId="ADAL" clId="{0716D50D-F6BF-472D-BFB0-E3050D0B2426}" dt="2025-03-03T02:47:46.721" v="968" actId="167"/>
          <ac:spMkLst>
            <pc:docMk/>
            <pc:sldMk cId="806921465" sldId="309"/>
            <ac:spMk id="6" creationId="{2B2C8080-6481-47D2-99A4-E7678B669963}"/>
          </ac:spMkLst>
        </pc:spChg>
        <pc:picChg chg="mod">
          <ac:chgData name="Selva, Jorge" userId="c1a77cdc-26a4-48a1-b565-b21e42cdab32" providerId="ADAL" clId="{0716D50D-F6BF-472D-BFB0-E3050D0B2426}" dt="2025-03-03T00:40:08.971" v="399" actId="14100"/>
          <ac:picMkLst>
            <pc:docMk/>
            <pc:sldMk cId="806921465" sldId="309"/>
            <ac:picMk id="5" creationId="{540B970A-3A63-453C-84F5-C1FBE6847620}"/>
          </ac:picMkLst>
        </pc:picChg>
      </pc:sldChg>
      <pc:sldChg chg="addSp modSp mod">
        <pc:chgData name="Selva, Jorge" userId="c1a77cdc-26a4-48a1-b565-b21e42cdab32" providerId="ADAL" clId="{0716D50D-F6BF-472D-BFB0-E3050D0B2426}" dt="2025-03-17T07:29:51.983" v="1129" actId="20577"/>
        <pc:sldMkLst>
          <pc:docMk/>
          <pc:sldMk cId="2911027341" sldId="312"/>
        </pc:sldMkLst>
        <pc:spChg chg="mod">
          <ac:chgData name="Selva, Jorge" userId="c1a77cdc-26a4-48a1-b565-b21e42cdab32" providerId="ADAL" clId="{0716D50D-F6BF-472D-BFB0-E3050D0B2426}" dt="2025-03-17T07:29:51.983" v="1129" actId="20577"/>
          <ac:spMkLst>
            <pc:docMk/>
            <pc:sldMk cId="2911027341" sldId="312"/>
            <ac:spMk id="3" creationId="{E66ECDC7-9EB7-4CBC-9213-8EA1F87823CA}"/>
          </ac:spMkLst>
        </pc:spChg>
        <pc:spChg chg="add mod ord">
          <ac:chgData name="Selva, Jorge" userId="c1a77cdc-26a4-48a1-b565-b21e42cdab32" providerId="ADAL" clId="{0716D50D-F6BF-472D-BFB0-E3050D0B2426}" dt="2025-03-03T02:48:15.879" v="972" actId="167"/>
          <ac:spMkLst>
            <pc:docMk/>
            <pc:sldMk cId="2911027341" sldId="312"/>
            <ac:spMk id="6" creationId="{301FE52A-12FB-4B67-80F4-E139FC6B24A4}"/>
          </ac:spMkLst>
        </pc:spChg>
        <pc:picChg chg="mod">
          <ac:chgData name="Selva, Jorge" userId="c1a77cdc-26a4-48a1-b565-b21e42cdab32" providerId="ADAL" clId="{0716D50D-F6BF-472D-BFB0-E3050D0B2426}" dt="2025-03-03T00:41:25.477" v="411" actId="1035"/>
          <ac:picMkLst>
            <pc:docMk/>
            <pc:sldMk cId="2911027341" sldId="312"/>
            <ac:picMk id="5" creationId="{ECDE92DD-2C55-4790-9370-7CB5183E14BB}"/>
          </ac:picMkLst>
        </pc:picChg>
      </pc:sldChg>
      <pc:sldChg chg="addSp modSp mod modShow">
        <pc:chgData name="Selva, Jorge" userId="c1a77cdc-26a4-48a1-b565-b21e42cdab32" providerId="ADAL" clId="{0716D50D-F6BF-472D-BFB0-E3050D0B2426}" dt="2025-03-17T07:30:01.791" v="1132" actId="20577"/>
        <pc:sldMkLst>
          <pc:docMk/>
          <pc:sldMk cId="309329909" sldId="313"/>
        </pc:sldMkLst>
        <pc:spChg chg="mod">
          <ac:chgData name="Selva, Jorge" userId="c1a77cdc-26a4-48a1-b565-b21e42cdab32" providerId="ADAL" clId="{0716D50D-F6BF-472D-BFB0-E3050D0B2426}" dt="2025-03-17T07:30:01.791" v="1132" actId="20577"/>
          <ac:spMkLst>
            <pc:docMk/>
            <pc:sldMk cId="309329909" sldId="313"/>
            <ac:spMk id="3" creationId="{E66ECDC7-9EB7-4CBC-9213-8EA1F87823CA}"/>
          </ac:spMkLst>
        </pc:spChg>
        <pc:spChg chg="add mod ord">
          <ac:chgData name="Selva, Jorge" userId="c1a77cdc-26a4-48a1-b565-b21e42cdab32" providerId="ADAL" clId="{0716D50D-F6BF-472D-BFB0-E3050D0B2426}" dt="2025-03-03T02:47:32.050" v="966" actId="167"/>
          <ac:spMkLst>
            <pc:docMk/>
            <pc:sldMk cId="309329909" sldId="313"/>
            <ac:spMk id="5" creationId="{820B3AE3-B9A5-48A7-A678-5C4EA578B33B}"/>
          </ac:spMkLst>
        </pc:spChg>
        <pc:picChg chg="mod">
          <ac:chgData name="Selva, Jorge" userId="c1a77cdc-26a4-48a1-b565-b21e42cdab32" providerId="ADAL" clId="{0716D50D-F6BF-472D-BFB0-E3050D0B2426}" dt="2025-03-03T00:40:55.247" v="406" actId="1038"/>
          <ac:picMkLst>
            <pc:docMk/>
            <pc:sldMk cId="309329909" sldId="313"/>
            <ac:picMk id="4" creationId="{82397E68-2097-4F00-9D91-FEAB87AEA64C}"/>
          </ac:picMkLst>
        </pc:picChg>
      </pc:sldChg>
      <pc:sldChg chg="modSp mod">
        <pc:chgData name="Selva, Jorge" userId="c1a77cdc-26a4-48a1-b565-b21e42cdab32" providerId="ADAL" clId="{0716D50D-F6BF-472D-BFB0-E3050D0B2426}" dt="2025-03-02T22:33:02.101" v="141" actId="113"/>
        <pc:sldMkLst>
          <pc:docMk/>
          <pc:sldMk cId="796426778" sldId="314"/>
        </pc:sldMkLst>
        <pc:spChg chg="mod">
          <ac:chgData name="Selva, Jorge" userId="c1a77cdc-26a4-48a1-b565-b21e42cdab32" providerId="ADAL" clId="{0716D50D-F6BF-472D-BFB0-E3050D0B2426}" dt="2025-03-02T22:33:02.101" v="141" actId="113"/>
          <ac:spMkLst>
            <pc:docMk/>
            <pc:sldMk cId="796426778" sldId="314"/>
            <ac:spMk id="3" creationId="{415B7A22-2F4E-4722-9E2D-14C73A589803}"/>
          </ac:spMkLst>
        </pc:spChg>
      </pc:sldChg>
      <pc:sldChg chg="addSp modSp mod modNotesTx">
        <pc:chgData name="Selva, Jorge" userId="c1a77cdc-26a4-48a1-b565-b21e42cdab32" providerId="ADAL" clId="{0716D50D-F6BF-472D-BFB0-E3050D0B2426}" dt="2025-03-17T07:29:37.421" v="1126" actId="20577"/>
        <pc:sldMkLst>
          <pc:docMk/>
          <pc:sldMk cId="2119571666" sldId="315"/>
        </pc:sldMkLst>
        <pc:spChg chg="add mod">
          <ac:chgData name="Selva, Jorge" userId="c1a77cdc-26a4-48a1-b565-b21e42cdab32" providerId="ADAL" clId="{0716D50D-F6BF-472D-BFB0-E3050D0B2426}" dt="2025-03-17T07:29:37.421" v="1126" actId="20577"/>
          <ac:spMkLst>
            <pc:docMk/>
            <pc:sldMk cId="2119571666" sldId="315"/>
            <ac:spMk id="4" creationId="{7EAA3D33-63C8-42DB-BD92-B5AFA707D97A}"/>
          </ac:spMkLst>
        </pc:spChg>
        <pc:spChg chg="add mod ord">
          <ac:chgData name="Selva, Jorge" userId="c1a77cdc-26a4-48a1-b565-b21e42cdab32" providerId="ADAL" clId="{0716D50D-F6BF-472D-BFB0-E3050D0B2426}" dt="2025-03-03T02:48:31.344" v="974" actId="167"/>
          <ac:spMkLst>
            <pc:docMk/>
            <pc:sldMk cId="2119571666" sldId="315"/>
            <ac:spMk id="5" creationId="{1FC4C30B-0F42-4728-94EE-FD6EED05A176}"/>
          </ac:spMkLst>
        </pc:spChg>
      </pc:sldChg>
      <pc:sldChg chg="addSp modSp mod">
        <pc:chgData name="Selva, Jorge" userId="c1a77cdc-26a4-48a1-b565-b21e42cdab32" providerId="ADAL" clId="{0716D50D-F6BF-472D-BFB0-E3050D0B2426}" dt="2025-03-02T22:24:33.864" v="108" actId="1037"/>
        <pc:sldMkLst>
          <pc:docMk/>
          <pc:sldMk cId="1769708333" sldId="320"/>
        </pc:sldMkLst>
        <pc:spChg chg="mod">
          <ac:chgData name="Selva, Jorge" userId="c1a77cdc-26a4-48a1-b565-b21e42cdab32" providerId="ADAL" clId="{0716D50D-F6BF-472D-BFB0-E3050D0B2426}" dt="2025-03-02T22:23:37.689" v="100" actId="20577"/>
          <ac:spMkLst>
            <pc:docMk/>
            <pc:sldMk cId="1769708333" sldId="320"/>
            <ac:spMk id="3" creationId="{D41BA51B-2A62-4E36-9A9C-4A4BD3322962}"/>
          </ac:spMkLst>
        </pc:spChg>
        <pc:spChg chg="add mod ord">
          <ac:chgData name="Selva, Jorge" userId="c1a77cdc-26a4-48a1-b565-b21e42cdab32" providerId="ADAL" clId="{0716D50D-F6BF-472D-BFB0-E3050D0B2426}" dt="2025-03-02T22:24:33.864" v="108" actId="1037"/>
          <ac:spMkLst>
            <pc:docMk/>
            <pc:sldMk cId="1769708333" sldId="320"/>
            <ac:spMk id="4" creationId="{2C217186-EFBE-4188-9961-CB2C89961A74}"/>
          </ac:spMkLst>
        </pc:spChg>
      </pc:sldChg>
      <pc:sldChg chg="addSp modSp mod">
        <pc:chgData name="Selva, Jorge" userId="c1a77cdc-26a4-48a1-b565-b21e42cdab32" providerId="ADAL" clId="{0716D50D-F6BF-472D-BFB0-E3050D0B2426}" dt="2025-03-17T08:34:10.084" v="1141" actId="1076"/>
        <pc:sldMkLst>
          <pc:docMk/>
          <pc:sldMk cId="0" sldId="337"/>
        </pc:sldMkLst>
        <pc:spChg chg="add mod">
          <ac:chgData name="Selva, Jorge" userId="c1a77cdc-26a4-48a1-b565-b21e42cdab32" providerId="ADAL" clId="{0716D50D-F6BF-472D-BFB0-E3050D0B2426}" dt="2025-03-17T08:34:10.084" v="1141" actId="1076"/>
          <ac:spMkLst>
            <pc:docMk/>
            <pc:sldMk cId="0" sldId="337"/>
            <ac:spMk id="4" creationId="{8EEAABBB-0191-422B-B72F-8CAF935E752D}"/>
          </ac:spMkLst>
        </pc:spChg>
        <pc:spChg chg="mod">
          <ac:chgData name="Selva, Jorge" userId="c1a77cdc-26a4-48a1-b565-b21e42cdab32" providerId="ADAL" clId="{0716D50D-F6BF-472D-BFB0-E3050D0B2426}" dt="2025-03-17T08:34:05.733" v="1140" actId="1076"/>
          <ac:spMkLst>
            <pc:docMk/>
            <pc:sldMk cId="0" sldId="337"/>
            <ac:spMk id="7" creationId="{C16A8ED4-9B1B-44CB-B7F3-49C8019E0B0B}"/>
          </ac:spMkLst>
        </pc:spChg>
      </pc:sldChg>
      <pc:sldChg chg="modSp mod">
        <pc:chgData name="Selva, Jorge" userId="c1a77cdc-26a4-48a1-b565-b21e42cdab32" providerId="ADAL" clId="{0716D50D-F6BF-472D-BFB0-E3050D0B2426}" dt="2025-03-03T02:12:07.800" v="439" actId="113"/>
        <pc:sldMkLst>
          <pc:docMk/>
          <pc:sldMk cId="344897393" sldId="338"/>
        </pc:sldMkLst>
        <pc:spChg chg="mod">
          <ac:chgData name="Selva, Jorge" userId="c1a77cdc-26a4-48a1-b565-b21e42cdab32" providerId="ADAL" clId="{0716D50D-F6BF-472D-BFB0-E3050D0B2426}" dt="2025-03-03T02:12:07.800" v="439" actId="113"/>
          <ac:spMkLst>
            <pc:docMk/>
            <pc:sldMk cId="344897393" sldId="338"/>
            <ac:spMk id="2" creationId="{00000000-0000-0000-0000-000000000000}"/>
          </ac:spMkLst>
        </pc:spChg>
      </pc:sldChg>
      <pc:sldChg chg="modSp mod">
        <pc:chgData name="Selva, Jorge" userId="c1a77cdc-26a4-48a1-b565-b21e42cdab32" providerId="ADAL" clId="{0716D50D-F6BF-472D-BFB0-E3050D0B2426}" dt="2025-03-02T22:36:20.114" v="193" actId="20577"/>
        <pc:sldMkLst>
          <pc:docMk/>
          <pc:sldMk cId="4050926119" sldId="339"/>
        </pc:sldMkLst>
        <pc:spChg chg="mod">
          <ac:chgData name="Selva, Jorge" userId="c1a77cdc-26a4-48a1-b565-b21e42cdab32" providerId="ADAL" clId="{0716D50D-F6BF-472D-BFB0-E3050D0B2426}" dt="2025-03-02T22:36:20.114" v="193" actId="20577"/>
          <ac:spMkLst>
            <pc:docMk/>
            <pc:sldMk cId="4050926119" sldId="339"/>
            <ac:spMk id="3" creationId="{D41BA51B-2A62-4E36-9A9C-4A4BD3322962}"/>
          </ac:spMkLst>
        </pc:spChg>
      </pc:sldChg>
    </pc:docChg>
  </pc:docChgLst>
  <pc:docChgLst>
    <pc:chgData name="Selva, Jorge" userId="c1a77cdc-26a4-48a1-b565-b21e42cdab32" providerId="ADAL" clId="{2C83B1A7-1109-48AB-88B3-CD99E844EBE6}"/>
    <pc:docChg chg="custSel modSld">
      <pc:chgData name="Selva, Jorge" userId="c1a77cdc-26a4-48a1-b565-b21e42cdab32" providerId="ADAL" clId="{2C83B1A7-1109-48AB-88B3-CD99E844EBE6}" dt="2025-10-15T04:02:59.437" v="0" actId="478"/>
      <pc:docMkLst>
        <pc:docMk/>
      </pc:docMkLst>
      <pc:sldChg chg="delSp mod">
        <pc:chgData name="Selva, Jorge" userId="c1a77cdc-26a4-48a1-b565-b21e42cdab32" providerId="ADAL" clId="{2C83B1A7-1109-48AB-88B3-CD99E844EBE6}" dt="2025-10-15T04:02:59.437" v="0" actId="478"/>
        <pc:sldMkLst>
          <pc:docMk/>
          <pc:sldMk cId="0" sldId="337"/>
        </pc:sldMkLst>
        <pc:spChg chg="del">
          <ac:chgData name="Selva, Jorge" userId="c1a77cdc-26a4-48a1-b565-b21e42cdab32" providerId="ADAL" clId="{2C83B1A7-1109-48AB-88B3-CD99E844EBE6}" dt="2025-10-15T04:02:59.437" v="0" actId="478"/>
          <ac:spMkLst>
            <pc:docMk/>
            <pc:sldMk cId="0" sldId="337"/>
            <ac:spMk id="4" creationId="{8EEAABBB-0191-422B-B72F-8CAF935E752D}"/>
          </ac:spMkLst>
        </pc:spChg>
      </pc:sldChg>
    </pc:docChg>
  </pc:docChgLst>
  <pc:docChgLst>
    <pc:chgData name="Selva, Jorge" userId="c1a77cdc-26a4-48a1-b565-b21e42cdab32" providerId="ADAL" clId="{0172921F-5AF3-49AC-91DE-B8ECE5D659ED}"/>
    <pc:docChg chg="undo custSel modSld">
      <pc:chgData name="Selva, Jorge" userId="c1a77cdc-26a4-48a1-b565-b21e42cdab32" providerId="ADAL" clId="{0172921F-5AF3-49AC-91DE-B8ECE5D659ED}" dt="2025-08-18T01:09:29.714" v="34" actId="14100"/>
      <pc:docMkLst>
        <pc:docMk/>
      </pc:docMkLst>
      <pc:sldChg chg="modSp mod">
        <pc:chgData name="Selva, Jorge" userId="c1a77cdc-26a4-48a1-b565-b21e42cdab32" providerId="ADAL" clId="{0172921F-5AF3-49AC-91DE-B8ECE5D659ED}" dt="2025-08-18T01:09:29.714" v="34" actId="14100"/>
        <pc:sldMkLst>
          <pc:docMk/>
          <pc:sldMk cId="0" sldId="337"/>
        </pc:sldMkLst>
        <pc:spChg chg="mod">
          <ac:chgData name="Selva, Jorge" userId="c1a77cdc-26a4-48a1-b565-b21e42cdab32" providerId="ADAL" clId="{0172921F-5AF3-49AC-91DE-B8ECE5D659ED}" dt="2025-08-18T01:09:29.714" v="34" actId="14100"/>
          <ac:spMkLst>
            <pc:docMk/>
            <pc:sldMk cId="0" sldId="337"/>
            <ac:spMk id="4" creationId="{8EEAABBB-0191-422B-B72F-8CAF935E752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dirty="0"/>
          </a:p>
        </p:txBody>
      </p:sp>
      <p:sp>
        <p:nvSpPr>
          <p:cNvPr id="112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dirty="0"/>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2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dirty="0"/>
          </a:p>
        </p:txBody>
      </p:sp>
      <p:sp>
        <p:nvSpPr>
          <p:cNvPr id="112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164E8ED-7D06-4C3E-8BAE-16B93A359B8C}" type="slidenum">
              <a:rPr lang="en-US" altLang="en-US"/>
              <a:pPr/>
              <a:t>‹#›</a:t>
            </a:fld>
            <a:endParaRPr lang="en-US" altLang="en-US" dirty="0"/>
          </a:p>
        </p:txBody>
      </p:sp>
    </p:spTree>
    <p:extLst>
      <p:ext uri="{BB962C8B-B14F-4D97-AF65-F5344CB8AC3E}">
        <p14:creationId xmlns:p14="http://schemas.microsoft.com/office/powerpoint/2010/main" val="253390799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BF1C8950-4EAD-475C-8143-D3C582BC5981}" type="slidenum">
              <a:rPr kumimoji="0" lang="en-US" altLang="en-US" sz="1200" b="0" i="0" u="none" strike="noStrike" kern="1200" cap="none" spc="0" normalizeH="0" baseline="0" noProof="0">
                <a:ln>
                  <a:noFill/>
                </a:ln>
                <a:solidFill>
                  <a:srgbClr val="000000"/>
                </a:solidFill>
                <a:effectLst/>
                <a:uLnTx/>
                <a:uFillTx/>
                <a:latin typeface="Times"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476777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09098F-9AB4-43F4-8A48-B0EE689FC29C}" type="slidenum">
              <a:rPr lang="en-US" smtClean="0"/>
              <a:pPr/>
              <a:t>2</a:t>
            </a:fld>
            <a:endParaRPr lang="en-US" dirty="0"/>
          </a:p>
        </p:txBody>
      </p:sp>
    </p:spTree>
    <p:extLst>
      <p:ext uri="{BB962C8B-B14F-4D97-AF65-F5344CB8AC3E}">
        <p14:creationId xmlns:p14="http://schemas.microsoft.com/office/powerpoint/2010/main" val="40612782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09098F-9AB4-43F4-8A48-B0EE689FC29C}" type="slidenum">
              <a:rPr lang="en-US" smtClean="0"/>
              <a:pPr/>
              <a:t>3</a:t>
            </a:fld>
            <a:endParaRPr lang="en-US" dirty="0"/>
          </a:p>
        </p:txBody>
      </p:sp>
    </p:spTree>
    <p:extLst>
      <p:ext uri="{BB962C8B-B14F-4D97-AF65-F5344CB8AC3E}">
        <p14:creationId xmlns:p14="http://schemas.microsoft.com/office/powerpoint/2010/main" val="20591880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https://www.youtube.com/watch?v=YHsiEJsmUN0&amp;ab_channel=TheBrutalTruthSalesPodcast</a:t>
            </a:r>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4</a:t>
            </a:fld>
            <a:endParaRPr lang="en-US" altLang="en-US" dirty="0"/>
          </a:p>
        </p:txBody>
      </p:sp>
    </p:spTree>
    <p:extLst>
      <p:ext uri="{BB962C8B-B14F-4D97-AF65-F5344CB8AC3E}">
        <p14:creationId xmlns:p14="http://schemas.microsoft.com/office/powerpoint/2010/main" val="1598671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F4E452E7-276B-441D-8D1F-DA2BD378F021}" type="slidenum">
              <a:rPr lang="en-US"/>
              <a:pPr/>
              <a:t>5</a:t>
            </a:fld>
            <a:endParaRPr lang="en-US" dirty="0"/>
          </a:p>
        </p:txBody>
      </p:sp>
      <p:sp>
        <p:nvSpPr>
          <p:cNvPr id="2355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2355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2</a:t>
            </a:r>
          </a:p>
        </p:txBody>
      </p:sp>
      <p:sp>
        <p:nvSpPr>
          <p:cNvPr id="2355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2355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23558" name="Rectangle 6"/>
          <p:cNvSpPr>
            <a:spLocks noGrp="1" noRot="1" noChangeAspect="1" noChangeArrowheads="1" noTextEdit="1"/>
          </p:cNvSpPr>
          <p:nvPr>
            <p:ph type="sldImg"/>
          </p:nvPr>
        </p:nvSpPr>
        <p:spPr>
          <a:xfrm>
            <a:off x="1150938" y="692150"/>
            <a:ext cx="4556125" cy="3416300"/>
          </a:xfrm>
          <a:ln w="12700" cap="flat"/>
        </p:spPr>
      </p:sp>
      <p:sp>
        <p:nvSpPr>
          <p:cNvPr id="23559" name="Rectangle 7"/>
          <p:cNvSpPr>
            <a:spLocks noGrp="1" noChangeArrowheads="1"/>
          </p:cNvSpPr>
          <p:nvPr>
            <p:ph type="body" idx="1"/>
          </p:nvPr>
        </p:nvSpPr>
        <p:spPr>
          <a:xfrm>
            <a:off x="914400" y="4343400"/>
            <a:ext cx="5029200" cy="4114800"/>
          </a:xfrm>
          <a:ln/>
        </p:spPr>
        <p:txBody>
          <a:bodyPr lIns="90488" tIns="44450" rIns="90488" bIns="44450"/>
          <a:lstStyle/>
          <a:p>
            <a:r>
              <a:rPr lang="en-US" dirty="0"/>
              <a:t>Although the terms leadership, management, and supervision are often used inter-changeably, we think it is important to differentiate among them. </a:t>
            </a:r>
          </a:p>
          <a:p>
            <a:endParaRPr lang="en-US" dirty="0"/>
          </a:p>
          <a:p>
            <a:r>
              <a:rPr lang="en-US" b="1" dirty="0"/>
              <a:t>Sales leadership </a:t>
            </a:r>
            <a:r>
              <a:rPr lang="en-US" dirty="0"/>
              <a:t>includes </a:t>
            </a:r>
            <a:r>
              <a:rPr lang="en-US" b="0" i="0" dirty="0"/>
              <a:t>t</a:t>
            </a:r>
            <a:r>
              <a:rPr lang="en-US" dirty="0"/>
              <a:t>he leadership activities of senior sales leaders that are directed at the entire sales organization or large subunits, and focus on creating the appropriate direction, environment, and alignment within the sales organization.</a:t>
            </a:r>
          </a:p>
        </p:txBody>
      </p:sp>
    </p:spTree>
    <p:extLst>
      <p:ext uri="{BB962C8B-B14F-4D97-AF65-F5344CB8AC3E}">
        <p14:creationId xmlns:p14="http://schemas.microsoft.com/office/powerpoint/2010/main" val="3685054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AF428BEC-BDFD-4994-9A72-B007D51854BA}" type="slidenum">
              <a:rPr lang="en-US"/>
              <a:pPr/>
              <a:t>6</a:t>
            </a:fld>
            <a:endParaRPr lang="en-US" dirty="0"/>
          </a:p>
        </p:txBody>
      </p:sp>
      <p:sp>
        <p:nvSpPr>
          <p:cNvPr id="3481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3481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8</a:t>
            </a:r>
          </a:p>
        </p:txBody>
      </p:sp>
      <p:sp>
        <p:nvSpPr>
          <p:cNvPr id="3482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3482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34822" name="Rectangle 6"/>
          <p:cNvSpPr>
            <a:spLocks noGrp="1" noRot="1" noChangeAspect="1" noChangeArrowheads="1" noTextEdit="1"/>
          </p:cNvSpPr>
          <p:nvPr>
            <p:ph type="sldImg"/>
          </p:nvPr>
        </p:nvSpPr>
        <p:spPr>
          <a:xfrm>
            <a:off x="1150938" y="692150"/>
            <a:ext cx="4556125" cy="3416300"/>
          </a:xfrm>
          <a:ln w="12700" cap="flat"/>
        </p:spPr>
      </p:sp>
      <p:sp>
        <p:nvSpPr>
          <p:cNvPr id="34823"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3430597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0844AB01-8830-4BD3-AF28-FAAAFAAC7C11}" type="slidenum">
              <a:rPr kumimoji="0" lang="en-US" sz="1200" b="0" i="0" u="none" strike="noStrike" kern="1200" cap="none" spc="0" normalizeH="0" baseline="0" noProof="0">
                <a:ln>
                  <a:noFill/>
                </a:ln>
                <a:solidFill>
                  <a:srgbClr val="000000"/>
                </a:solidFill>
                <a:effectLst/>
                <a:uLnTx/>
                <a:uFillTx/>
                <a:latin typeface="Times"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327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327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Times New Roman" pitchFamily="18" charset="0"/>
                <a:ea typeface="+mn-ea"/>
                <a:cs typeface="+mn-cs"/>
              </a:rPr>
              <a:t>7</a:t>
            </a:r>
          </a:p>
        </p:txBody>
      </p:sp>
      <p:sp>
        <p:nvSpPr>
          <p:cNvPr id="327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327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Times" panose="02020603050405020304" pitchFamily="18" charset="0"/>
              <a:ea typeface="+mn-ea"/>
              <a:cs typeface="+mn-cs"/>
            </a:endParaRPr>
          </a:p>
        </p:txBody>
      </p:sp>
      <p:sp>
        <p:nvSpPr>
          <p:cNvPr id="32774" name="Rectangle 6"/>
          <p:cNvSpPr>
            <a:spLocks noGrp="1" noRot="1" noChangeAspect="1" noChangeArrowheads="1" noTextEdit="1"/>
          </p:cNvSpPr>
          <p:nvPr>
            <p:ph type="sldImg"/>
          </p:nvPr>
        </p:nvSpPr>
        <p:spPr>
          <a:xfrm>
            <a:off x="1150938" y="692150"/>
            <a:ext cx="4556125" cy="3416300"/>
          </a:xfrm>
          <a:ln w="12700" cap="flat"/>
        </p:spPr>
      </p:sp>
      <p:sp>
        <p:nvSpPr>
          <p:cNvPr id="32775"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2095011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F1C61A96-1E6E-4C4E-9652-3ADE5C85A1AC}" type="slidenum">
              <a:rPr lang="en-US"/>
              <a:pPr/>
              <a:t>9</a:t>
            </a:fld>
            <a:endParaRPr lang="en-US" dirty="0"/>
          </a:p>
        </p:txBody>
      </p:sp>
      <p:sp>
        <p:nvSpPr>
          <p:cNvPr id="30722"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30723"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6</a:t>
            </a:r>
          </a:p>
        </p:txBody>
      </p:sp>
      <p:sp>
        <p:nvSpPr>
          <p:cNvPr id="30724"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30725"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30726" name="Rectangle 6"/>
          <p:cNvSpPr>
            <a:spLocks noGrp="1" noRot="1" noChangeAspect="1" noChangeArrowheads="1" noTextEdit="1"/>
          </p:cNvSpPr>
          <p:nvPr>
            <p:ph type="sldImg"/>
          </p:nvPr>
        </p:nvSpPr>
        <p:spPr>
          <a:xfrm>
            <a:off x="1150938" y="692150"/>
            <a:ext cx="4556125" cy="3416300"/>
          </a:xfrm>
          <a:ln w="12700" cap="flat"/>
        </p:spPr>
      </p:sp>
      <p:sp>
        <p:nvSpPr>
          <p:cNvPr id="30727"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1684908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https://www.youtube.com/watch?v=XWVwFVgA4b4&amp;ab_channel=BigThink</a:t>
            </a:r>
          </a:p>
          <a:p>
            <a:endParaRPr lang="en-US" dirty="0"/>
          </a:p>
          <a:p>
            <a:r>
              <a:rPr lang="en-US" dirty="0"/>
              <a:t>https://www.youtube.com/watch?v=UZTyvbmW92M&amp;t=256s&amp;ab_channel=MarcYu</a:t>
            </a:r>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10</a:t>
            </a:fld>
            <a:endParaRPr lang="en-US" altLang="en-US" dirty="0"/>
          </a:p>
        </p:txBody>
      </p:sp>
    </p:spTree>
    <p:extLst>
      <p:ext uri="{BB962C8B-B14F-4D97-AF65-F5344CB8AC3E}">
        <p14:creationId xmlns:p14="http://schemas.microsoft.com/office/powerpoint/2010/main" val="2176809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https://www.youtube.com/watch?v=XWVwFVgA4b4&amp;ab_channel=BigThink</a:t>
            </a:r>
          </a:p>
          <a:p>
            <a:endParaRPr lang="en-US" dirty="0"/>
          </a:p>
          <a:p>
            <a:r>
              <a:rPr lang="en-US" dirty="0"/>
              <a:t>https://www.youtube.com/watch?v=UZTyvbmW92M&amp;t=256s&amp;ab_channel=MarcYu</a:t>
            </a:r>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12</a:t>
            </a:fld>
            <a:endParaRPr lang="en-US" altLang="en-US" dirty="0"/>
          </a:p>
        </p:txBody>
      </p:sp>
    </p:spTree>
    <p:extLst>
      <p:ext uri="{BB962C8B-B14F-4D97-AF65-F5344CB8AC3E}">
        <p14:creationId xmlns:p14="http://schemas.microsoft.com/office/powerpoint/2010/main" val="1125761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https://www.youtube.com/watch?v=XWVwFVgA4b4&amp;ab_channel=BigThink</a:t>
            </a:r>
          </a:p>
          <a:p>
            <a:endParaRPr lang="en-US" dirty="0"/>
          </a:p>
          <a:p>
            <a:r>
              <a:rPr lang="en-US" dirty="0"/>
              <a:t>https://www.youtube.com/watch?v=UZTyvbmW92M&amp;t=256s&amp;ab_channel=MarcYu</a:t>
            </a:r>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13</a:t>
            </a:fld>
            <a:endParaRPr lang="en-US" altLang="en-US" dirty="0"/>
          </a:p>
        </p:txBody>
      </p:sp>
    </p:spTree>
    <p:extLst>
      <p:ext uri="{BB962C8B-B14F-4D97-AF65-F5344CB8AC3E}">
        <p14:creationId xmlns:p14="http://schemas.microsoft.com/office/powerpoint/2010/main" val="20211843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0844AB01-8830-4BD3-AF28-FAAAFAAC7C11}" type="slidenum">
              <a:rPr lang="en-US"/>
              <a:pPr/>
              <a:t>14</a:t>
            </a:fld>
            <a:endParaRPr lang="en-US" dirty="0"/>
          </a:p>
        </p:txBody>
      </p:sp>
      <p:sp>
        <p:nvSpPr>
          <p:cNvPr id="327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327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7</a:t>
            </a:r>
          </a:p>
        </p:txBody>
      </p:sp>
      <p:sp>
        <p:nvSpPr>
          <p:cNvPr id="327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327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32774" name="Rectangle 6"/>
          <p:cNvSpPr>
            <a:spLocks noGrp="1" noRot="1" noChangeAspect="1" noChangeArrowheads="1" noTextEdit="1"/>
          </p:cNvSpPr>
          <p:nvPr>
            <p:ph type="sldImg"/>
          </p:nvPr>
        </p:nvSpPr>
        <p:spPr>
          <a:xfrm>
            <a:off x="1150938" y="692150"/>
            <a:ext cx="4556125" cy="3416300"/>
          </a:xfrm>
          <a:ln w="12700" cap="flat"/>
        </p:spPr>
      </p:sp>
      <p:sp>
        <p:nvSpPr>
          <p:cNvPr id="32775"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840098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32773738-1DE4-4105-B8D3-E1D0DF1EB512}" type="slidenum">
              <a:rPr lang="en-US"/>
              <a:pPr/>
              <a:t>16</a:t>
            </a:fld>
            <a:endParaRPr lang="en-US" dirty="0"/>
          </a:p>
        </p:txBody>
      </p:sp>
      <p:sp>
        <p:nvSpPr>
          <p:cNvPr id="4505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4505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12</a:t>
            </a:r>
          </a:p>
        </p:txBody>
      </p:sp>
      <p:sp>
        <p:nvSpPr>
          <p:cNvPr id="4506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4506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45062" name="Rectangle 6"/>
          <p:cNvSpPr>
            <a:spLocks noGrp="1" noRot="1" noChangeAspect="1" noChangeArrowheads="1" noTextEdit="1"/>
          </p:cNvSpPr>
          <p:nvPr>
            <p:ph type="sldImg"/>
          </p:nvPr>
        </p:nvSpPr>
        <p:spPr>
          <a:xfrm>
            <a:off x="1150938" y="692150"/>
            <a:ext cx="4556125" cy="3416300"/>
          </a:xfrm>
          <a:ln w="12700" cap="flat"/>
        </p:spPr>
      </p:sp>
      <p:sp>
        <p:nvSpPr>
          <p:cNvPr id="45063" name="Rectangle 7"/>
          <p:cNvSpPr>
            <a:spLocks noGrp="1" noChangeArrowheads="1"/>
          </p:cNvSpPr>
          <p:nvPr>
            <p:ph type="body" idx="1"/>
          </p:nvPr>
        </p:nvSpPr>
        <p:spPr>
          <a:xfrm>
            <a:off x="914400" y="4343400"/>
            <a:ext cx="5029200" cy="4114800"/>
          </a:xfrm>
          <a:ln/>
        </p:spPr>
        <p:txBody>
          <a:bodyPr lIns="90488" tIns="44450" rIns="90488" bIns="44450"/>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b="0" i="0" dirty="0">
                <a:solidFill>
                  <a:srgbClr val="0F0F0F"/>
                </a:solidFill>
                <a:effectLst/>
                <a:latin typeface="Arial" panose="020B0604020202020204" pitchFamily="34" charset="0"/>
                <a:cs typeface="Arial" panose="020B0604020202020204" pitchFamily="34" charset="0"/>
              </a:rPr>
              <a:t>Glengarry Glen Ross (Movie) Speech: </a:t>
            </a:r>
            <a:r>
              <a:rPr lang="en-US" b="1" i="0" dirty="0">
                <a:solidFill>
                  <a:srgbClr val="0F0F0F"/>
                </a:solidFill>
                <a:effectLst/>
                <a:latin typeface="Arial" panose="020B0604020202020204" pitchFamily="34" charset="0"/>
                <a:cs typeface="Arial" panose="020B0604020202020204" pitchFamily="34" charset="0"/>
              </a:rPr>
              <a:t>WARNING / ADVISORY: Contains foul and offensive language </a:t>
            </a:r>
            <a:r>
              <a:rPr lang="en-US" b="1" i="0" dirty="0">
                <a:solidFill>
                  <a:srgbClr val="333333"/>
                </a:solidFill>
                <a:effectLst/>
                <a:latin typeface="NPRSerif"/>
              </a:rPr>
              <a:t>that may be upsetting to some viewers.</a:t>
            </a:r>
            <a:endParaRPr lang="en-US" b="1" i="0" dirty="0">
              <a:solidFill>
                <a:srgbClr val="0F0F0F"/>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i="0" dirty="0">
                <a:solidFill>
                  <a:srgbClr val="0F0F0F"/>
                </a:solidFill>
                <a:effectLst/>
                <a:latin typeface="Arial" panose="020B0604020202020204" pitchFamily="34" charset="0"/>
                <a:cs typeface="Arial" panose="020B0604020202020204" pitchFamily="34" charset="0"/>
              </a:rPr>
              <a:t>https://youtu.be/elrnAl6ygeM?si=FBnue9mJJHKLoCgb</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b="0" i="0" dirty="0">
              <a:solidFill>
                <a:srgbClr val="0F0F0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12457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2 Starts Here</a:t>
            </a:r>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19</a:t>
            </a:fld>
            <a:endParaRPr lang="en-US" altLang="en-US" dirty="0"/>
          </a:p>
        </p:txBody>
      </p:sp>
    </p:spTree>
    <p:extLst>
      <p:ext uri="{BB962C8B-B14F-4D97-AF65-F5344CB8AC3E}">
        <p14:creationId xmlns:p14="http://schemas.microsoft.com/office/powerpoint/2010/main" val="1045675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09098F-9AB4-43F4-8A48-B0EE689FC29C}" type="slidenum">
              <a:rPr lang="en-US" smtClean="0"/>
              <a:pPr/>
              <a:t>21</a:t>
            </a:fld>
            <a:endParaRPr lang="en-US" dirty="0"/>
          </a:p>
        </p:txBody>
      </p:sp>
    </p:spTree>
    <p:extLst>
      <p:ext uri="{BB962C8B-B14F-4D97-AF65-F5344CB8AC3E}">
        <p14:creationId xmlns:p14="http://schemas.microsoft.com/office/powerpoint/2010/main" val="3310431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22</a:t>
            </a:fld>
            <a:endParaRPr lang="en-US" altLang="en-US" dirty="0"/>
          </a:p>
        </p:txBody>
      </p:sp>
    </p:spTree>
    <p:extLst>
      <p:ext uri="{BB962C8B-B14F-4D97-AF65-F5344CB8AC3E}">
        <p14:creationId xmlns:p14="http://schemas.microsoft.com/office/powerpoint/2010/main" val="17260853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64E8ED-7D06-4C3E-8BAE-16B93A359B8C}" type="slidenum">
              <a:rPr lang="en-US" altLang="en-US" smtClean="0"/>
              <a:pPr/>
              <a:t>23</a:t>
            </a:fld>
            <a:endParaRPr lang="en-US" altLang="en-US" dirty="0"/>
          </a:p>
        </p:txBody>
      </p:sp>
    </p:spTree>
    <p:extLst>
      <p:ext uri="{BB962C8B-B14F-4D97-AF65-F5344CB8AC3E}">
        <p14:creationId xmlns:p14="http://schemas.microsoft.com/office/powerpoint/2010/main" val="425381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7387B8B1-0DF5-4BA8-96E8-4E6691FE9863}" type="slidenum">
              <a:rPr lang="en-US"/>
              <a:pPr/>
              <a:t>24</a:t>
            </a:fld>
            <a:endParaRPr lang="en-US" dirty="0"/>
          </a:p>
        </p:txBody>
      </p:sp>
      <p:sp>
        <p:nvSpPr>
          <p:cNvPr id="4710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4710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14</a:t>
            </a:r>
          </a:p>
        </p:txBody>
      </p:sp>
      <p:sp>
        <p:nvSpPr>
          <p:cNvPr id="4710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4710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47110" name="Rectangle 6"/>
          <p:cNvSpPr>
            <a:spLocks noGrp="1" noRot="1" noChangeAspect="1" noChangeArrowheads="1" noTextEdit="1"/>
          </p:cNvSpPr>
          <p:nvPr>
            <p:ph type="sldImg"/>
          </p:nvPr>
        </p:nvSpPr>
        <p:spPr>
          <a:xfrm>
            <a:off x="1150938" y="692150"/>
            <a:ext cx="4556125" cy="3416300"/>
          </a:xfrm>
          <a:ln w="12700" cap="flat"/>
        </p:spPr>
      </p:sp>
      <p:sp>
        <p:nvSpPr>
          <p:cNvPr id="47111"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29269965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7387B8B1-0DF5-4BA8-96E8-4E6691FE9863}" type="slidenum">
              <a:rPr lang="en-US"/>
              <a:pPr/>
              <a:t>25</a:t>
            </a:fld>
            <a:endParaRPr lang="en-US" dirty="0"/>
          </a:p>
        </p:txBody>
      </p:sp>
      <p:sp>
        <p:nvSpPr>
          <p:cNvPr id="47106"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lstStyle/>
          <a:p>
            <a:endParaRPr lang="en-US" dirty="0"/>
          </a:p>
        </p:txBody>
      </p:sp>
      <p:sp>
        <p:nvSpPr>
          <p:cNvPr id="47107"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lstStyle/>
          <a:p>
            <a:pPr algn="r" eaLnBrk="0" hangingPunct="0"/>
            <a:r>
              <a:rPr lang="en-US" sz="1200" dirty="0">
                <a:latin typeface="Times New Roman" pitchFamily="18" charset="0"/>
              </a:rPr>
              <a:t>14</a:t>
            </a:r>
          </a:p>
        </p:txBody>
      </p:sp>
      <p:sp>
        <p:nvSpPr>
          <p:cNvPr id="47108"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lstStyle/>
          <a:p>
            <a:endParaRPr lang="en-US" dirty="0"/>
          </a:p>
        </p:txBody>
      </p:sp>
      <p:sp>
        <p:nvSpPr>
          <p:cNvPr id="47109"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lstStyle/>
          <a:p>
            <a:endParaRPr lang="en-US" dirty="0"/>
          </a:p>
        </p:txBody>
      </p:sp>
      <p:sp>
        <p:nvSpPr>
          <p:cNvPr id="47110" name="Rectangle 6"/>
          <p:cNvSpPr>
            <a:spLocks noGrp="1" noRot="1" noChangeAspect="1" noChangeArrowheads="1" noTextEdit="1"/>
          </p:cNvSpPr>
          <p:nvPr>
            <p:ph type="sldImg"/>
          </p:nvPr>
        </p:nvSpPr>
        <p:spPr>
          <a:xfrm>
            <a:off x="1150938" y="692150"/>
            <a:ext cx="4556125" cy="3416300"/>
          </a:xfrm>
          <a:ln w="12700" cap="flat"/>
        </p:spPr>
      </p:sp>
      <p:sp>
        <p:nvSpPr>
          <p:cNvPr id="47111" name="Rectangle 7"/>
          <p:cNvSpPr>
            <a:spLocks noGrp="1" noChangeArrowheads="1"/>
          </p:cNvSpPr>
          <p:nvPr>
            <p:ph type="body" idx="1"/>
          </p:nvPr>
        </p:nvSpPr>
        <p:spPr>
          <a:xfrm>
            <a:off x="914400" y="4343400"/>
            <a:ext cx="5029200" cy="4114800"/>
          </a:xfrm>
          <a:ln/>
        </p:spPr>
        <p:txBody>
          <a:bodyPr lIns="90488" tIns="44450" rIns="90488" bIns="44450"/>
          <a:lstStyle/>
          <a:p>
            <a:endParaRPr lang="en-US" dirty="0"/>
          </a:p>
        </p:txBody>
      </p:sp>
    </p:spTree>
    <p:extLst>
      <p:ext uri="{BB962C8B-B14F-4D97-AF65-F5344CB8AC3E}">
        <p14:creationId xmlns:p14="http://schemas.microsoft.com/office/powerpoint/2010/main" val="2926996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Finished Day 1 of Lecture here</a:t>
            </a:r>
          </a:p>
        </p:txBody>
      </p:sp>
      <p:sp>
        <p:nvSpPr>
          <p:cNvPr id="4" name="Slide Number Placeholder 3"/>
          <p:cNvSpPr>
            <a:spLocks noGrp="1"/>
          </p:cNvSpPr>
          <p:nvPr>
            <p:ph type="sldNum" sz="quarter" idx="10"/>
          </p:nvPr>
        </p:nvSpPr>
        <p:spPr/>
        <p:txBody>
          <a:bodyPr/>
          <a:lstStyle/>
          <a:p>
            <a:fld id="{5F09098F-9AB4-43F4-8A48-B0EE689FC29C}" type="slidenum">
              <a:rPr lang="en-US" smtClean="0"/>
              <a:pPr/>
              <a:t>28</a:t>
            </a:fld>
            <a:endParaRPr lang="en-US" dirty="0"/>
          </a:p>
        </p:txBody>
      </p:sp>
    </p:spTree>
    <p:extLst>
      <p:ext uri="{BB962C8B-B14F-4D97-AF65-F5344CB8AC3E}">
        <p14:creationId xmlns:p14="http://schemas.microsoft.com/office/powerpoint/2010/main" val="21496908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F09098F-9AB4-43F4-8A48-B0EE689FC29C}" type="slidenum">
              <a:rPr lang="en-US" smtClean="0"/>
              <a:pPr/>
              <a:t>29</a:t>
            </a:fld>
            <a:endParaRPr lang="en-US" dirty="0"/>
          </a:p>
        </p:txBody>
      </p:sp>
    </p:spTree>
    <p:extLst>
      <p:ext uri="{BB962C8B-B14F-4D97-AF65-F5344CB8AC3E}">
        <p14:creationId xmlns:p14="http://schemas.microsoft.com/office/powerpoint/2010/main" val="41384856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immoral management </a:t>
            </a:r>
            <a:r>
              <a:rPr lang="en-US" dirty="0"/>
              <a:t>and </a:t>
            </a:r>
            <a:r>
              <a:rPr lang="en-US" b="1" dirty="0"/>
              <a:t>amoral management </a:t>
            </a:r>
            <a:r>
              <a:rPr lang="en-US" dirty="0"/>
              <a:t>approaches either disregard or do not consider the morality or ethical implications of management decisions and behavior. These approaches are likely to lead to some of the troubling unethical situations presented in the business or popular press in recent years.</a:t>
            </a:r>
          </a:p>
          <a:p>
            <a:r>
              <a:rPr lang="en-US" b="1" dirty="0"/>
              <a:t>Moral management</a:t>
            </a:r>
            <a:r>
              <a:rPr lang="en-US" dirty="0"/>
              <a:t>, in contrast, actively incorporates moral considerations into all aspects of management and takes proactive measures to promote ethical behavior throughout the firm and sales organization. Many sales organizations have created a </a:t>
            </a:r>
            <a:r>
              <a:rPr lang="en-US" b="1" dirty="0"/>
              <a:t>code of ethics </a:t>
            </a:r>
            <a:r>
              <a:rPr lang="en-US" dirty="0"/>
              <a:t>to communicate the values and expected behaviors of salespeople and sales managers. Professional associations often have codes of ethics and require members to adhere to these standards of ethical behavior.</a:t>
            </a:r>
          </a:p>
        </p:txBody>
      </p:sp>
      <p:sp>
        <p:nvSpPr>
          <p:cNvPr id="4" name="Slide Number Placeholder 3"/>
          <p:cNvSpPr>
            <a:spLocks noGrp="1"/>
          </p:cNvSpPr>
          <p:nvPr>
            <p:ph type="sldNum" sz="quarter" idx="10"/>
          </p:nvPr>
        </p:nvSpPr>
        <p:spPr/>
        <p:txBody>
          <a:bodyPr/>
          <a:lstStyle/>
          <a:p>
            <a:fld id="{5F09098F-9AB4-43F4-8A48-B0EE689FC29C}" type="slidenum">
              <a:rPr lang="en-US" smtClean="0"/>
              <a:pPr/>
              <a:t>31</a:t>
            </a:fld>
            <a:endParaRPr lang="en-US" dirty="0"/>
          </a:p>
        </p:txBody>
      </p:sp>
    </p:spTree>
    <p:extLst>
      <p:ext uri="{BB962C8B-B14F-4D97-AF65-F5344CB8AC3E}">
        <p14:creationId xmlns:p14="http://schemas.microsoft.com/office/powerpoint/2010/main" val="20427965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p:spPr>
        <p:txBody>
          <a:bodyPr anchor="t"/>
          <a:lstStyle>
            <a:lvl1pPr>
              <a:defRPr/>
            </a:lvl1pPr>
          </a:lstStyle>
          <a:p>
            <a:pPr lvl="0"/>
            <a:r>
              <a:rPr lang="en-US" altLang="en-US" noProof="0"/>
              <a:t>Click to edit Master title style</a:t>
            </a:r>
          </a:p>
        </p:txBody>
      </p:sp>
      <p:pic>
        <p:nvPicPr>
          <p:cNvPr id="5" name="Picture 18" descr="Routledge_RGB.jpg                                              0003463BMacintosh HD                   BC35053E:"/>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820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195097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0529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42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cene3d>
            <a:camera prst="orthographicFront"/>
            <a:lightRig rig="threePt" dir="t"/>
          </a:scene3d>
          <a:sp3d>
            <a:bevelT w="69850"/>
          </a:sp3d>
        </p:spPr>
        <p:txBody>
          <a:bodyPr/>
          <a:lstStyle/>
          <a:p>
            <a:r>
              <a:rPr lang="en-US"/>
              <a:t>Click to edit Master title style</a:t>
            </a:r>
          </a:p>
        </p:txBody>
      </p:sp>
    </p:spTree>
    <p:extLst>
      <p:ext uri="{BB962C8B-B14F-4D97-AF65-F5344CB8AC3E}">
        <p14:creationId xmlns:p14="http://schemas.microsoft.com/office/powerpoint/2010/main" val="7026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087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2028629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276008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7786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70597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a:solidFill>
            <a:schemeClr val="bg1">
              <a:lumMod val="85000"/>
            </a:schemeClr>
          </a:solidFill>
          <a:scene3d>
            <a:camera prst="orthographicFront"/>
            <a:lightRig rig="threePt" dir="t"/>
          </a:scene3d>
          <a:sp3d>
            <a:bevelT w="69850"/>
          </a:sp3d>
        </p:spPr>
        <p:txBody>
          <a:bodyPr anchor="t"/>
          <a:lstStyle>
            <a:lvl1pPr>
              <a:defRPr/>
            </a:lvl1pPr>
          </a:lstStyle>
          <a:p>
            <a:pPr lvl="0"/>
            <a:r>
              <a:rPr lang="en-US" altLang="en-US" noProof="0" dirty="0"/>
              <a:t>Click to edit Master title style</a:t>
            </a:r>
          </a:p>
        </p:txBody>
      </p:sp>
      <p:pic>
        <p:nvPicPr>
          <p:cNvPr id="5" name="Picture 18" descr="Routledge_RGB.jpg                                              0003463BMacintosh HD                   BC35053E:"/>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0474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8865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28872395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368270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1945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Tree>
    <p:extLst>
      <p:ext uri="{BB962C8B-B14F-4D97-AF65-F5344CB8AC3E}">
        <p14:creationId xmlns:p14="http://schemas.microsoft.com/office/powerpoint/2010/main" val="32674448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3658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8461725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3749615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34296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47197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155" name="Rectangle 3"/>
          <p:cNvSpPr>
            <a:spLocks noGrp="1" noChangeArrowheads="1"/>
          </p:cNvSpPr>
          <p:nvPr>
            <p:ph type="ctrTitle"/>
          </p:nvPr>
        </p:nvSpPr>
        <p:spPr>
          <a:xfrm>
            <a:off x="228600" y="2514600"/>
            <a:ext cx="7467600" cy="1295400"/>
          </a:xfrm>
        </p:spPr>
        <p:txBody>
          <a:bodyPr anchor="t"/>
          <a:lstStyle>
            <a:lvl1pPr>
              <a:defRPr/>
            </a:lvl1pPr>
          </a:lstStyle>
          <a:p>
            <a:pPr lvl="0"/>
            <a:r>
              <a:rPr lang="en-US" altLang="en-US" noProof="0"/>
              <a:t>Click to edit Master title style</a:t>
            </a:r>
          </a:p>
        </p:txBody>
      </p:sp>
      <p:pic>
        <p:nvPicPr>
          <p:cNvPr id="49170" name="Picture 18" descr="Routledge_RGB.jpg                                              0003463BMacintosh HD                   BC35053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22761"/>
            <a:ext cx="1905000" cy="53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53505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24395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59821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06400" y="1557338"/>
            <a:ext cx="4025900"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84700" y="1557338"/>
            <a:ext cx="4027488" cy="4233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471761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136144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1">
              <a:lumMod val="85000"/>
            </a:schemeClr>
          </a:solidFill>
          <a:scene3d>
            <a:camera prst="orthographicFront"/>
            <a:lightRig rig="threePt" dir="t"/>
          </a:scene3d>
          <a:sp3d>
            <a:bevelT w="69850"/>
          </a:sp3d>
        </p:spPr>
        <p:txBody>
          <a:bodyPr/>
          <a:lstStyle/>
          <a:p>
            <a:r>
              <a:rPr lang="en-US" dirty="0"/>
              <a:t>Click to edit Master title style</a:t>
            </a:r>
          </a:p>
        </p:txBody>
      </p:sp>
    </p:spTree>
    <p:extLst>
      <p:ext uri="{BB962C8B-B14F-4D97-AF65-F5344CB8AC3E}">
        <p14:creationId xmlns:p14="http://schemas.microsoft.com/office/powerpoint/2010/main" val="13068656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55230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904382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112918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55799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4800"/>
            <a:ext cx="21526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304800"/>
            <a:ext cx="63055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2771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4.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solidFill>
            <a:schemeClr val="bg1">
              <a:lumMod val="85000"/>
            </a:schemeClr>
          </a:solidFill>
          <a:ln>
            <a:noFill/>
          </a:ln>
          <a:effec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pic>
        <p:nvPicPr>
          <p:cNvPr id="5" name="Picture 18" descr="Routledge_RGB.jpg                                              0003463BMacintosh HD                   BC35053E:"/>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2" name="MSIPCMContentMarking" descr="{&quot;HashCode&quot;:-1348403003,&quot;Placement&quot;:&quot;Footer&quot;,&quot;Top&quot;:521.10614,&quot;Left&quot;:0.0,&quot;SlideWidth&quot;:720,&quot;SlideHeight&quot;:540}">
            <a:extLst>
              <a:ext uri="{FF2B5EF4-FFF2-40B4-BE49-F238E27FC236}">
                <a16:creationId xmlns:a16="http://schemas.microsoft.com/office/drawing/2014/main" id="{24D4D593-B652-4975-99EE-BC4CAECE72DB}"/>
              </a:ext>
            </a:extLst>
          </p:cNvPr>
          <p:cNvSpPr txBox="1"/>
          <p:nvPr userDrawn="1"/>
        </p:nvSpPr>
        <p:spPr>
          <a:xfrm>
            <a:off x="0" y="6618048"/>
            <a:ext cx="2130404" cy="239952"/>
          </a:xfrm>
          <a:prstGeom prst="rect">
            <a:avLst/>
          </a:prstGeom>
          <a:noFill/>
        </p:spPr>
        <p:txBody>
          <a:bodyPr vert="horz" wrap="square" lIns="0" tIns="0" rIns="0" bIns="0" rtlCol="0" anchor="ctr" anchorCtr="1">
            <a:spAutoFit/>
          </a:bodyPr>
          <a:lstStyle/>
          <a:p>
            <a:pPr algn="l">
              <a:spcBef>
                <a:spcPct val="0"/>
              </a:spcBef>
              <a:spcAft>
                <a:spcPct val="0"/>
              </a:spcAft>
            </a:pPr>
            <a:r>
              <a:rPr lang="en-GB" sz="900">
                <a:solidFill>
                  <a:srgbClr val="0078D7"/>
                </a:solidFill>
                <a:latin typeface="Rockwell" panose="02060603020205020403" pitchFamily="18" charset="0"/>
              </a:rPr>
              <a:t>Information Classification: General</a:t>
            </a: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p:titleStyle>
    <p:bodyStyle>
      <a:lvl1pPr marL="292100" indent="-292100" algn="l" rtl="0" eaLnBrk="1" fontAlgn="base" hangingPunct="1">
        <a:spcBef>
          <a:spcPct val="20000"/>
        </a:spcBef>
        <a:spcAft>
          <a:spcPct val="0"/>
        </a:spcAft>
        <a:buClr>
          <a:srgbClr val="0A57A5"/>
        </a:buClr>
        <a:buChar char="•"/>
        <a:defRPr sz="2400" kern="1200">
          <a:solidFill>
            <a:schemeClr val="tx2"/>
          </a:solidFill>
          <a:latin typeface="Arial" panose="020B0604020202020204" pitchFamily="34" charset="0"/>
          <a:ea typeface="+mn-ea"/>
          <a:cs typeface="Arial" panose="020B0604020202020204" pitchFamily="34" charset="0"/>
        </a:defRPr>
      </a:lvl1pPr>
      <a:lvl2pPr marL="673100" indent="-190500" algn="l" rtl="0" eaLnBrk="1" fontAlgn="base" hangingPunct="1">
        <a:spcBef>
          <a:spcPct val="20000"/>
        </a:spcBef>
        <a:spcAft>
          <a:spcPct val="0"/>
        </a:spcAft>
        <a:buClr>
          <a:srgbClr val="0A57A5"/>
        </a:buClr>
        <a:buFont typeface="Times" panose="02020603050405020304" pitchFamily="18" charset="0"/>
        <a:buChar char="•"/>
        <a:defRPr sz="2000" kern="1200">
          <a:solidFill>
            <a:srgbClr val="1A137B"/>
          </a:solidFill>
          <a:latin typeface="Arial" panose="020B0604020202020204" pitchFamily="34" charset="0"/>
          <a:ea typeface="+mn-ea"/>
          <a:cs typeface="Arial" panose="020B0604020202020204" pitchFamily="34" charset="0"/>
        </a:defRPr>
      </a:lvl2pPr>
      <a:lvl3pPr marL="1054100" indent="-190500" algn="l" rtl="0" eaLnBrk="1" fontAlgn="base" hangingPunct="1">
        <a:spcBef>
          <a:spcPct val="20000"/>
        </a:spcBef>
        <a:spcAft>
          <a:spcPct val="0"/>
        </a:spcAft>
        <a:buClr>
          <a:srgbClr val="0A57A5"/>
        </a:buClr>
        <a:buFont typeface="Times" panose="02020603050405020304" pitchFamily="18" charset="0"/>
        <a:buChar char="•"/>
        <a:defRPr kern="1200">
          <a:solidFill>
            <a:srgbClr val="1A137B"/>
          </a:solidFill>
          <a:latin typeface="Arial" panose="020B0604020202020204" pitchFamily="34" charset="0"/>
          <a:ea typeface="+mn-ea"/>
          <a:cs typeface="Arial" panose="020B0604020202020204" pitchFamily="34" charset="0"/>
        </a:defRPr>
      </a:lvl3pPr>
      <a:lvl4pPr marL="1435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4pPr>
      <a:lvl5pPr marL="1816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5" name="Picture 18" descr="Routledge_RGB.jpg                                              0003463BMacintosh HD                   BC35053E:"/>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2" name="MSIPCMContentMarking" descr="{&quot;HashCode&quot;:-1348403003,&quot;Placement&quot;:&quot;Footer&quot;,&quot;Top&quot;:521.10614,&quot;Left&quot;:0.0,&quot;SlideWidth&quot;:720,&quot;SlideHeight&quot;:540}">
            <a:extLst>
              <a:ext uri="{FF2B5EF4-FFF2-40B4-BE49-F238E27FC236}">
                <a16:creationId xmlns:a16="http://schemas.microsoft.com/office/drawing/2014/main" id="{91E9A7BC-82B8-4005-83C2-0730DD455BAF}"/>
              </a:ext>
            </a:extLst>
          </p:cNvPr>
          <p:cNvSpPr txBox="1"/>
          <p:nvPr userDrawn="1"/>
        </p:nvSpPr>
        <p:spPr>
          <a:xfrm>
            <a:off x="0" y="6618048"/>
            <a:ext cx="2130404" cy="239952"/>
          </a:xfrm>
          <a:prstGeom prst="rect">
            <a:avLst/>
          </a:prstGeom>
          <a:noFill/>
        </p:spPr>
        <p:txBody>
          <a:bodyPr vert="horz" wrap="square" lIns="0" tIns="0" rIns="0" bIns="0" rtlCol="0" anchor="ctr" anchorCtr="1">
            <a:spAutoFit/>
          </a:bodyPr>
          <a:lstStyle/>
          <a:p>
            <a:pPr algn="l">
              <a:spcBef>
                <a:spcPct val="0"/>
              </a:spcBef>
              <a:spcAft>
                <a:spcPct val="0"/>
              </a:spcAft>
            </a:pPr>
            <a:r>
              <a:rPr lang="en-GB" sz="900">
                <a:solidFill>
                  <a:srgbClr val="0078D7"/>
                </a:solidFill>
                <a:latin typeface="Rockwell" panose="02060603020205020403" pitchFamily="18" charset="0"/>
              </a:rPr>
              <a:t>Information Classification: General</a:t>
            </a:r>
          </a:p>
        </p:txBody>
      </p:sp>
    </p:spTree>
    <p:extLst>
      <p:ext uri="{BB962C8B-B14F-4D97-AF65-F5344CB8AC3E}">
        <p14:creationId xmlns:p14="http://schemas.microsoft.com/office/powerpoint/2010/main" val="329440233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marL="192088" algn="l" rtl="0" eaLnBrk="1" fontAlgn="base" hangingPunct="1">
        <a:spcBef>
          <a:spcPct val="0"/>
        </a:spcBef>
        <a:spcAft>
          <a:spcPct val="0"/>
        </a:spcAft>
        <a:defRPr sz="3600" kern="1200">
          <a:solidFill>
            <a:schemeClr val="tx2"/>
          </a:solidFill>
          <a:latin typeface="Arial" panose="020B0604020202020204" pitchFamily="34" charset="0"/>
          <a:ea typeface="+mj-ea"/>
          <a:cs typeface="Arial" panose="020B0604020202020204" pitchFamily="34" charset="0"/>
        </a:defRPr>
      </a:lvl1pPr>
      <a:lvl2pPr marL="192088" algn="l" rtl="0" eaLnBrk="1" fontAlgn="base" hangingPunct="1">
        <a:spcBef>
          <a:spcPct val="0"/>
        </a:spcBef>
        <a:spcAft>
          <a:spcPct val="0"/>
        </a:spcAft>
        <a:defRPr sz="3600">
          <a:solidFill>
            <a:schemeClr val="tx2"/>
          </a:solidFill>
          <a:latin typeface="Verdana" panose="020B0604030504040204" pitchFamily="34" charset="0"/>
        </a:defRPr>
      </a:lvl2pPr>
      <a:lvl3pPr marL="192088" algn="l" rtl="0" eaLnBrk="1" fontAlgn="base" hangingPunct="1">
        <a:spcBef>
          <a:spcPct val="0"/>
        </a:spcBef>
        <a:spcAft>
          <a:spcPct val="0"/>
        </a:spcAft>
        <a:defRPr sz="3600">
          <a:solidFill>
            <a:schemeClr val="tx2"/>
          </a:solidFill>
          <a:latin typeface="Verdana" panose="020B0604030504040204" pitchFamily="34" charset="0"/>
        </a:defRPr>
      </a:lvl3pPr>
      <a:lvl4pPr marL="192088" algn="l" rtl="0" eaLnBrk="1" fontAlgn="base" hangingPunct="1">
        <a:spcBef>
          <a:spcPct val="0"/>
        </a:spcBef>
        <a:spcAft>
          <a:spcPct val="0"/>
        </a:spcAft>
        <a:defRPr sz="3600">
          <a:solidFill>
            <a:schemeClr val="tx2"/>
          </a:solidFill>
          <a:latin typeface="Verdana" panose="020B0604030504040204" pitchFamily="34" charset="0"/>
        </a:defRPr>
      </a:lvl4pPr>
      <a:lvl5pPr marL="192088" algn="l" rtl="0" eaLnBrk="1" fontAlgn="base" hangingPunct="1">
        <a:spcBef>
          <a:spcPct val="0"/>
        </a:spcBef>
        <a:spcAft>
          <a:spcPct val="0"/>
        </a:spcAft>
        <a:defRPr sz="3600">
          <a:solidFill>
            <a:schemeClr val="tx2"/>
          </a:solidFill>
          <a:latin typeface="Verdana" panose="020B0604030504040204" pitchFamily="34" charset="0"/>
        </a:defRPr>
      </a:lvl5pPr>
      <a:lvl6pPr marL="649288" algn="l" rtl="0" eaLnBrk="1" fontAlgn="base" hangingPunct="1">
        <a:spcBef>
          <a:spcPct val="0"/>
        </a:spcBef>
        <a:spcAft>
          <a:spcPct val="0"/>
        </a:spcAft>
        <a:defRPr sz="3600">
          <a:solidFill>
            <a:schemeClr val="tx2"/>
          </a:solidFill>
          <a:latin typeface="Verdana" panose="020B0604030504040204" pitchFamily="34" charset="0"/>
        </a:defRPr>
      </a:lvl6pPr>
      <a:lvl7pPr marL="1106488" algn="l" rtl="0" eaLnBrk="1" fontAlgn="base" hangingPunct="1">
        <a:spcBef>
          <a:spcPct val="0"/>
        </a:spcBef>
        <a:spcAft>
          <a:spcPct val="0"/>
        </a:spcAft>
        <a:defRPr sz="3600">
          <a:solidFill>
            <a:schemeClr val="tx2"/>
          </a:solidFill>
          <a:latin typeface="Verdana" panose="020B0604030504040204" pitchFamily="34" charset="0"/>
        </a:defRPr>
      </a:lvl7pPr>
      <a:lvl8pPr marL="1563688" algn="l" rtl="0" eaLnBrk="1" fontAlgn="base" hangingPunct="1">
        <a:spcBef>
          <a:spcPct val="0"/>
        </a:spcBef>
        <a:spcAft>
          <a:spcPct val="0"/>
        </a:spcAft>
        <a:defRPr sz="3600">
          <a:solidFill>
            <a:schemeClr val="tx2"/>
          </a:solidFill>
          <a:latin typeface="Verdana" panose="020B0604030504040204" pitchFamily="34" charset="0"/>
        </a:defRPr>
      </a:lvl8pPr>
      <a:lvl9pPr marL="2020888" algn="l" rtl="0" eaLnBrk="1" fontAlgn="base" hangingPunct="1">
        <a:spcBef>
          <a:spcPct val="0"/>
        </a:spcBef>
        <a:spcAft>
          <a:spcPct val="0"/>
        </a:spcAft>
        <a:defRPr sz="3600">
          <a:solidFill>
            <a:schemeClr val="tx2"/>
          </a:solidFill>
          <a:latin typeface="Verdana" panose="020B0604030504040204" pitchFamily="34" charset="0"/>
        </a:defRPr>
      </a:lvl9pPr>
    </p:titleStyle>
    <p:bodyStyle>
      <a:lvl1pPr marL="292100" indent="-292100" algn="l" rtl="0" eaLnBrk="1" fontAlgn="base" hangingPunct="1">
        <a:spcBef>
          <a:spcPct val="20000"/>
        </a:spcBef>
        <a:spcAft>
          <a:spcPct val="0"/>
        </a:spcAft>
        <a:buClr>
          <a:srgbClr val="0A57A5"/>
        </a:buClr>
        <a:buChar char="•"/>
        <a:defRPr sz="2400" kern="1200">
          <a:solidFill>
            <a:schemeClr val="tx2"/>
          </a:solidFill>
          <a:latin typeface="Arial" panose="020B0604020202020204" pitchFamily="34" charset="0"/>
          <a:ea typeface="+mn-ea"/>
          <a:cs typeface="Arial" panose="020B0604020202020204" pitchFamily="34" charset="0"/>
        </a:defRPr>
      </a:lvl1pPr>
      <a:lvl2pPr marL="673100" indent="-190500" algn="l" rtl="0" eaLnBrk="1" fontAlgn="base" hangingPunct="1">
        <a:spcBef>
          <a:spcPct val="20000"/>
        </a:spcBef>
        <a:spcAft>
          <a:spcPct val="0"/>
        </a:spcAft>
        <a:buClr>
          <a:srgbClr val="0A57A5"/>
        </a:buClr>
        <a:buFont typeface="Times" panose="02020603050405020304" pitchFamily="18" charset="0"/>
        <a:buChar char="•"/>
        <a:defRPr sz="2000" kern="1200">
          <a:solidFill>
            <a:srgbClr val="1A137B"/>
          </a:solidFill>
          <a:latin typeface="Arial" panose="020B0604020202020204" pitchFamily="34" charset="0"/>
          <a:ea typeface="+mn-ea"/>
          <a:cs typeface="Arial" panose="020B0604020202020204" pitchFamily="34" charset="0"/>
        </a:defRPr>
      </a:lvl2pPr>
      <a:lvl3pPr marL="1054100" indent="-190500" algn="l" rtl="0" eaLnBrk="1" fontAlgn="base" hangingPunct="1">
        <a:spcBef>
          <a:spcPct val="20000"/>
        </a:spcBef>
        <a:spcAft>
          <a:spcPct val="0"/>
        </a:spcAft>
        <a:buClr>
          <a:srgbClr val="0A57A5"/>
        </a:buClr>
        <a:buFont typeface="Times" panose="02020603050405020304" pitchFamily="18" charset="0"/>
        <a:buChar char="•"/>
        <a:defRPr kern="1200">
          <a:solidFill>
            <a:srgbClr val="1A137B"/>
          </a:solidFill>
          <a:latin typeface="Arial" panose="020B0604020202020204" pitchFamily="34" charset="0"/>
          <a:ea typeface="+mn-ea"/>
          <a:cs typeface="Arial" panose="020B0604020202020204" pitchFamily="34" charset="0"/>
        </a:defRPr>
      </a:lvl3pPr>
      <a:lvl4pPr marL="1435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4pPr>
      <a:lvl5pPr marL="1816100" indent="-190500" algn="l" rtl="0" eaLnBrk="1" fontAlgn="base" hangingPunct="1">
        <a:spcBef>
          <a:spcPct val="20000"/>
        </a:spcBef>
        <a:spcAft>
          <a:spcPct val="0"/>
        </a:spcAft>
        <a:buClr>
          <a:srgbClr val="0A57A5"/>
        </a:buClr>
        <a:buFont typeface="Times" panose="02020603050405020304" pitchFamily="18" charset="0"/>
        <a:buChar char="•"/>
        <a:defRPr sz="1600" kern="1200">
          <a:solidFill>
            <a:srgbClr val="1A137B"/>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bwMode="auto">
          <a:xfrm>
            <a:off x="152400" y="304800"/>
            <a:ext cx="8610600" cy="1066800"/>
          </a:xfrm>
          <a:prstGeom prst="rect">
            <a:avLst/>
          </a:prstGeom>
          <a:noFill/>
          <a:ln>
            <a:noFill/>
          </a:ln>
          <a:effectLst/>
          <a:extLst>
            <a:ext uri="{909E8E84-426E-40DD-AFC4-6F175D3DCCD1}">
              <a14:hiddenFill xmlns:a14="http://schemas.microsoft.com/office/drawing/2010/main">
                <a:solidFill>
                  <a:srgbClr val="11147D"/>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48132" name="Rectangle 4"/>
          <p:cNvSpPr>
            <a:spLocks noGrp="1" noChangeArrowheads="1"/>
          </p:cNvSpPr>
          <p:nvPr>
            <p:ph type="body" idx="1"/>
          </p:nvPr>
        </p:nvSpPr>
        <p:spPr bwMode="auto">
          <a:xfrm>
            <a:off x="406400" y="1557338"/>
            <a:ext cx="8205788" cy="423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48146" name="Picture 18" descr="Routledge_RGB.jpg                                              0003463BMacintosh HD                   BC35053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6448389"/>
            <a:ext cx="1447800" cy="406188"/>
          </a:xfrm>
          <a:prstGeom prst="rect">
            <a:avLst/>
          </a:prstGeom>
          <a:noFill/>
          <a:extLst>
            <a:ext uri="{909E8E84-426E-40DD-AFC4-6F175D3DCCD1}">
              <a14:hiddenFill xmlns:a14="http://schemas.microsoft.com/office/drawing/2010/main">
                <a:solidFill>
                  <a:srgbClr val="FFFFFF"/>
                </a:solidFill>
              </a14:hiddenFill>
            </a:ext>
          </a:extLst>
        </p:spPr>
      </p:pic>
      <p:sp>
        <p:nvSpPr>
          <p:cNvPr id="2" name="MSIPCMContentMarking" descr="{&quot;HashCode&quot;:-1348403003,&quot;Placement&quot;:&quot;Footer&quot;,&quot;Top&quot;:521.10614,&quot;Left&quot;:0.0,&quot;SlideWidth&quot;:720,&quot;SlideHeight&quot;:540}">
            <a:extLst>
              <a:ext uri="{FF2B5EF4-FFF2-40B4-BE49-F238E27FC236}">
                <a16:creationId xmlns:a16="http://schemas.microsoft.com/office/drawing/2014/main" id="{F954D0BB-7F31-FAED-D85E-EB5CC6895D1C}"/>
              </a:ext>
            </a:extLst>
          </p:cNvPr>
          <p:cNvSpPr txBox="1"/>
          <p:nvPr userDrawn="1"/>
        </p:nvSpPr>
        <p:spPr>
          <a:xfrm>
            <a:off x="0" y="6618048"/>
            <a:ext cx="2130404" cy="239952"/>
          </a:xfrm>
          <a:prstGeom prst="rect">
            <a:avLst/>
          </a:prstGeom>
          <a:noFill/>
        </p:spPr>
        <p:txBody>
          <a:bodyPr vert="horz" wrap="square" lIns="0" tIns="0" rIns="0" bIns="0" rtlCol="0" anchor="ctr" anchorCtr="1">
            <a:spAutoFit/>
          </a:bodyPr>
          <a:lstStyle/>
          <a:p>
            <a:pPr algn="l">
              <a:spcBef>
                <a:spcPct val="0"/>
              </a:spcBef>
              <a:spcAft>
                <a:spcPct val="0"/>
              </a:spcAft>
            </a:pPr>
            <a:r>
              <a:rPr lang="en-GB" sz="900">
                <a:solidFill>
                  <a:srgbClr val="0078D7"/>
                </a:solidFill>
                <a:latin typeface="Rockwell" panose="02060603020205020403" pitchFamily="18" charset="0"/>
              </a:rPr>
              <a:t>Information Classification: General</a:t>
            </a:r>
          </a:p>
        </p:txBody>
      </p:sp>
    </p:spTree>
    <p:extLst>
      <p:ext uri="{BB962C8B-B14F-4D97-AF65-F5344CB8AC3E}">
        <p14:creationId xmlns:p14="http://schemas.microsoft.com/office/powerpoint/2010/main" val="126361410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marL="192088" algn="l" rtl="0" eaLnBrk="1" fontAlgn="base" hangingPunct="1">
        <a:spcBef>
          <a:spcPct val="0"/>
        </a:spcBef>
        <a:spcAft>
          <a:spcPct val="0"/>
        </a:spcAft>
        <a:defRPr sz="3600">
          <a:solidFill>
            <a:schemeClr val="tx2"/>
          </a:solidFill>
          <a:latin typeface="+mj-lt"/>
          <a:ea typeface="+mj-ea"/>
          <a:cs typeface="+mj-cs"/>
        </a:defRPr>
      </a:lvl1pPr>
      <a:lvl2pPr marL="192088" algn="l" rtl="0" eaLnBrk="1" fontAlgn="base" hangingPunct="1">
        <a:spcBef>
          <a:spcPct val="0"/>
        </a:spcBef>
        <a:spcAft>
          <a:spcPct val="0"/>
        </a:spcAft>
        <a:defRPr sz="3600">
          <a:solidFill>
            <a:schemeClr val="tx2"/>
          </a:solidFill>
          <a:latin typeface="Verdana" pitchFamily="66" charset="0"/>
        </a:defRPr>
      </a:lvl2pPr>
      <a:lvl3pPr marL="192088" algn="l" rtl="0" eaLnBrk="1" fontAlgn="base" hangingPunct="1">
        <a:spcBef>
          <a:spcPct val="0"/>
        </a:spcBef>
        <a:spcAft>
          <a:spcPct val="0"/>
        </a:spcAft>
        <a:defRPr sz="3600">
          <a:solidFill>
            <a:schemeClr val="tx2"/>
          </a:solidFill>
          <a:latin typeface="Verdana" pitchFamily="66" charset="0"/>
        </a:defRPr>
      </a:lvl3pPr>
      <a:lvl4pPr marL="192088" algn="l" rtl="0" eaLnBrk="1" fontAlgn="base" hangingPunct="1">
        <a:spcBef>
          <a:spcPct val="0"/>
        </a:spcBef>
        <a:spcAft>
          <a:spcPct val="0"/>
        </a:spcAft>
        <a:defRPr sz="3600">
          <a:solidFill>
            <a:schemeClr val="tx2"/>
          </a:solidFill>
          <a:latin typeface="Verdana" pitchFamily="66" charset="0"/>
        </a:defRPr>
      </a:lvl4pPr>
      <a:lvl5pPr marL="192088" algn="l" rtl="0" eaLnBrk="1" fontAlgn="base" hangingPunct="1">
        <a:spcBef>
          <a:spcPct val="0"/>
        </a:spcBef>
        <a:spcAft>
          <a:spcPct val="0"/>
        </a:spcAft>
        <a:defRPr sz="3600">
          <a:solidFill>
            <a:schemeClr val="tx2"/>
          </a:solidFill>
          <a:latin typeface="Verdana" pitchFamily="66" charset="0"/>
        </a:defRPr>
      </a:lvl5pPr>
      <a:lvl6pPr marL="649288" algn="l" rtl="0" eaLnBrk="1" fontAlgn="base" hangingPunct="1">
        <a:spcBef>
          <a:spcPct val="0"/>
        </a:spcBef>
        <a:spcAft>
          <a:spcPct val="0"/>
        </a:spcAft>
        <a:defRPr sz="3600">
          <a:solidFill>
            <a:schemeClr val="tx2"/>
          </a:solidFill>
          <a:latin typeface="Verdana" pitchFamily="66" charset="0"/>
        </a:defRPr>
      </a:lvl6pPr>
      <a:lvl7pPr marL="1106488" algn="l" rtl="0" eaLnBrk="1" fontAlgn="base" hangingPunct="1">
        <a:spcBef>
          <a:spcPct val="0"/>
        </a:spcBef>
        <a:spcAft>
          <a:spcPct val="0"/>
        </a:spcAft>
        <a:defRPr sz="3600">
          <a:solidFill>
            <a:schemeClr val="tx2"/>
          </a:solidFill>
          <a:latin typeface="Verdana" pitchFamily="66" charset="0"/>
        </a:defRPr>
      </a:lvl7pPr>
      <a:lvl8pPr marL="1563688" algn="l" rtl="0" eaLnBrk="1" fontAlgn="base" hangingPunct="1">
        <a:spcBef>
          <a:spcPct val="0"/>
        </a:spcBef>
        <a:spcAft>
          <a:spcPct val="0"/>
        </a:spcAft>
        <a:defRPr sz="3600">
          <a:solidFill>
            <a:schemeClr val="tx2"/>
          </a:solidFill>
          <a:latin typeface="Verdana" pitchFamily="66" charset="0"/>
        </a:defRPr>
      </a:lvl8pPr>
      <a:lvl9pPr marL="2020888" algn="l" rtl="0" eaLnBrk="1" fontAlgn="base" hangingPunct="1">
        <a:spcBef>
          <a:spcPct val="0"/>
        </a:spcBef>
        <a:spcAft>
          <a:spcPct val="0"/>
        </a:spcAft>
        <a:defRPr sz="3600">
          <a:solidFill>
            <a:schemeClr val="tx2"/>
          </a:solidFill>
          <a:latin typeface="Verdana" pitchFamily="66" charset="0"/>
        </a:defRPr>
      </a:lvl9pPr>
    </p:titleStyle>
    <p:bodyStyle>
      <a:lvl1pPr marL="292100" indent="-292100" algn="l" rtl="0" eaLnBrk="1" fontAlgn="base" hangingPunct="1">
        <a:spcBef>
          <a:spcPct val="20000"/>
        </a:spcBef>
        <a:spcAft>
          <a:spcPct val="0"/>
        </a:spcAft>
        <a:buClr>
          <a:srgbClr val="0A57A5"/>
        </a:buClr>
        <a:buChar char="•"/>
        <a:defRPr sz="2400">
          <a:solidFill>
            <a:schemeClr val="tx2"/>
          </a:solidFill>
          <a:latin typeface="+mn-lt"/>
          <a:ea typeface="+mn-ea"/>
          <a:cs typeface="+mn-cs"/>
        </a:defRPr>
      </a:lvl1pPr>
      <a:lvl2pPr marL="673100" indent="-190500" algn="l" rtl="0" eaLnBrk="1" fontAlgn="base" hangingPunct="1">
        <a:spcBef>
          <a:spcPct val="20000"/>
        </a:spcBef>
        <a:spcAft>
          <a:spcPct val="0"/>
        </a:spcAft>
        <a:buClr>
          <a:srgbClr val="0A57A5"/>
        </a:buClr>
        <a:buFont typeface="Times"/>
        <a:buChar char="•"/>
        <a:defRPr sz="2000">
          <a:solidFill>
            <a:srgbClr val="1A137B"/>
          </a:solidFill>
          <a:latin typeface="+mn-lt"/>
        </a:defRPr>
      </a:lvl2pPr>
      <a:lvl3pPr marL="1054100" indent="-190500" algn="l" rtl="0" eaLnBrk="1" fontAlgn="base" hangingPunct="1">
        <a:spcBef>
          <a:spcPct val="20000"/>
        </a:spcBef>
        <a:spcAft>
          <a:spcPct val="0"/>
        </a:spcAft>
        <a:buClr>
          <a:srgbClr val="0A57A5"/>
        </a:buClr>
        <a:buFont typeface="Times"/>
        <a:buChar char="•"/>
        <a:defRPr>
          <a:solidFill>
            <a:srgbClr val="1A137B"/>
          </a:solidFill>
          <a:latin typeface="+mn-lt"/>
        </a:defRPr>
      </a:lvl3pPr>
      <a:lvl4pPr marL="14351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4pPr>
      <a:lvl5pPr marL="18161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5pPr>
      <a:lvl6pPr marL="22733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6pPr>
      <a:lvl7pPr marL="27305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7pPr>
      <a:lvl8pPr marL="31877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8pPr>
      <a:lvl9pPr marL="3644900" indent="-190500" algn="l" rtl="0" eaLnBrk="1" fontAlgn="base" hangingPunct="1">
        <a:spcBef>
          <a:spcPct val="20000"/>
        </a:spcBef>
        <a:spcAft>
          <a:spcPct val="0"/>
        </a:spcAft>
        <a:buClr>
          <a:srgbClr val="0A57A5"/>
        </a:buClr>
        <a:buFont typeface="Times"/>
        <a:buChar char="•"/>
        <a:defRPr sz="1600">
          <a:solidFill>
            <a:srgbClr val="1A137B"/>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ideo" Target="https://www.youtube.com/embed/YHsiEJsmUN0" TargetMode="External"/><Relationship Id="rId6" Type="http://schemas.openxmlformats.org/officeDocument/2006/relationships/image" Target="../media/image7.jpeg"/><Relationship Id="rId5" Type="http://schemas.openxmlformats.org/officeDocument/2006/relationships/hyperlink" Target="https://www.youtube.com/watch?v=YHsiEJsmUN0&amp;ab_channel=TheBrutalTruthSalesPodcast" TargetMode="Externa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WI67yqo7bPY?feature=oembed" TargetMode="Externa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ideo" Target="https://www.youtube.com/embed/XWVwFVgA4b4?feature=oembed" TargetMode="External"/><Relationship Id="rId5" Type="http://schemas.openxmlformats.org/officeDocument/2006/relationships/image" Target="../media/image13.jpeg"/><Relationship Id="rId4" Type="http://schemas.openxmlformats.org/officeDocument/2006/relationships/hyperlink" Target="https://www.youtube.com/watch?v=XWVwFVgA4b4&amp;ab_channel=BigThink"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ideo" Target="https://www.youtube.com/embed/UZTyvbmW92M?start=256&amp;feature=oembed" TargetMode="External"/><Relationship Id="rId5" Type="http://schemas.openxmlformats.org/officeDocument/2006/relationships/image" Target="../media/image14.jpeg"/><Relationship Id="rId4" Type="http://schemas.openxmlformats.org/officeDocument/2006/relationships/hyperlink" Target="https://www.youtube.com/watch?v=UZTyvbmW92M&amp;t=256s&amp;ab_channel=MarcYu"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video" Target="https://www.youtube.com/embed/ARRzYvDGgwY?feature=oembed" TargetMode="External"/><Relationship Id="rId4" Type="http://schemas.openxmlformats.org/officeDocument/2006/relationships/image" Target="../media/image19.jpeg"/></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16A8ED4-9B1B-44CB-B7F3-49C8019E0B0B}"/>
              </a:ext>
            </a:extLst>
          </p:cNvPr>
          <p:cNvSpPr>
            <a:spLocks noGrp="1"/>
          </p:cNvSpPr>
          <p:nvPr>
            <p:ph sz="half" idx="2"/>
          </p:nvPr>
        </p:nvSpPr>
        <p:spPr>
          <a:xfrm>
            <a:off x="4772526" y="914400"/>
            <a:ext cx="4190999" cy="4233862"/>
          </a:xfr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lstStyle/>
          <a:p>
            <a:pPr marL="0" indent="0">
              <a:buNone/>
            </a:pPr>
            <a:r>
              <a:rPr lang="en-US" altLang="en-US" sz="4000" kern="0" dirty="0"/>
              <a:t>Chapter 7</a:t>
            </a:r>
          </a:p>
          <a:p>
            <a:pPr marL="0" indent="0">
              <a:buNone/>
            </a:pPr>
            <a:br>
              <a:rPr lang="en-US" altLang="en-US" sz="4000" kern="0" dirty="0"/>
            </a:br>
            <a:r>
              <a:rPr kumimoji="0" lang="en-US" altLang="en-US" sz="4000" b="0" i="0" u="none" strike="noStrike" kern="1200" cap="none" spc="0" normalizeH="0" baseline="0" noProof="0" dirty="0">
                <a:ln>
                  <a:noFill/>
                </a:ln>
                <a:solidFill>
                  <a:srgbClr val="11147D"/>
                </a:solidFill>
                <a:effectLst/>
                <a:uLnTx/>
                <a:uFillTx/>
                <a:latin typeface="Arial" panose="020B0604020202020204" pitchFamily="34" charset="0"/>
                <a:ea typeface="+mj-ea"/>
                <a:cs typeface="Arial" panose="020B0604020202020204" pitchFamily="34" charset="0"/>
              </a:rPr>
              <a:t>Sales Leadership, Management, </a:t>
            </a:r>
            <a:br>
              <a:rPr kumimoji="0" lang="en-US" altLang="en-US" sz="4000" b="0" i="0" u="none" strike="noStrike" kern="1200" cap="none" spc="0" normalizeH="0" baseline="0" noProof="0" dirty="0">
                <a:ln>
                  <a:noFill/>
                </a:ln>
                <a:solidFill>
                  <a:srgbClr val="11147D"/>
                </a:solidFill>
                <a:effectLst/>
                <a:uLnTx/>
                <a:uFillTx/>
                <a:latin typeface="Arial" panose="020B0604020202020204" pitchFamily="34" charset="0"/>
                <a:ea typeface="+mj-ea"/>
                <a:cs typeface="Arial" panose="020B0604020202020204" pitchFamily="34" charset="0"/>
              </a:rPr>
            </a:br>
            <a:r>
              <a:rPr kumimoji="0" lang="en-US" altLang="en-US" sz="4000" b="0" i="0" u="none" strike="noStrike" kern="1200" cap="none" spc="0" normalizeH="0" baseline="0" noProof="0" dirty="0">
                <a:ln>
                  <a:noFill/>
                </a:ln>
                <a:solidFill>
                  <a:srgbClr val="11147D"/>
                </a:solidFill>
                <a:effectLst/>
                <a:uLnTx/>
                <a:uFillTx/>
                <a:latin typeface="Arial" panose="020B0604020202020204" pitchFamily="34" charset="0"/>
                <a:ea typeface="+mj-ea"/>
                <a:cs typeface="Arial" panose="020B0604020202020204" pitchFamily="34" charset="0"/>
              </a:rPr>
              <a:t>and Supervision</a:t>
            </a:r>
            <a:endParaRPr lang="en-US" sz="4000" dirty="0"/>
          </a:p>
        </p:txBody>
      </p:sp>
      <p:pic>
        <p:nvPicPr>
          <p:cNvPr id="1026" name="Picture 2" descr="Sales Management: Analysis and Decision Making book cover">
            <a:extLst>
              <a:ext uri="{FF2B5EF4-FFF2-40B4-BE49-F238E27FC236}">
                <a16:creationId xmlns:a16="http://schemas.microsoft.com/office/drawing/2014/main" id="{E0D5A9F1-D3D8-C647-B90D-7AA1F46AEA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762000"/>
            <a:ext cx="3761154" cy="5029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title"/>
          </p:nvPr>
        </p:nvSpPr>
        <p:spPr>
          <a:xfrm>
            <a:off x="152400" y="304800"/>
            <a:ext cx="8610600" cy="1066800"/>
          </a:xfrm>
          <a:solidFill>
            <a:schemeClr val="bg2">
              <a:lumMod val="60000"/>
              <a:lumOff val="40000"/>
            </a:schemeClr>
          </a:solidFill>
          <a:scene3d>
            <a:camera prst="orthographicFront"/>
            <a:lightRig rig="threePt" dir="t"/>
          </a:scene3d>
          <a:sp3d>
            <a:bevelT w="69850"/>
          </a:sp3d>
        </p:spPr>
        <p:txBody>
          <a:bodyPr/>
          <a:lstStyle/>
          <a:p>
            <a:r>
              <a:rPr lang="en-US" dirty="0"/>
              <a:t>Learning Objectives</a:t>
            </a:r>
          </a:p>
        </p:txBody>
      </p:sp>
      <p:sp>
        <p:nvSpPr>
          <p:cNvPr id="60420" name="Rectangle 4"/>
          <p:cNvSpPr>
            <a:spLocks noGrp="1" noChangeArrowheads="1"/>
          </p:cNvSpPr>
          <p:nvPr>
            <p:ph idx="1"/>
          </p:nvPr>
        </p:nvSpPr>
        <p:spPr/>
        <p:txBody>
          <a:bodyPr/>
          <a:lstStyle/>
          <a:p>
            <a:pPr marL="533400" indent="-533400">
              <a:lnSpc>
                <a:spcPct val="90000"/>
              </a:lnSpc>
              <a:buFontTx/>
              <a:buAutoNum type="arabicPeriod"/>
            </a:pPr>
            <a:r>
              <a:rPr lang="en-US" sz="2400" dirty="0"/>
              <a:t>Distinguish between salesforce </a:t>
            </a:r>
            <a:r>
              <a:rPr lang="en-US" sz="2400" b="1" dirty="0"/>
              <a:t>leadership</a:t>
            </a:r>
            <a:r>
              <a:rPr lang="en-US" sz="2400" dirty="0"/>
              <a:t>, </a:t>
            </a:r>
            <a:r>
              <a:rPr lang="en-US" sz="2400" b="1" dirty="0"/>
              <a:t>management</a:t>
            </a:r>
            <a:r>
              <a:rPr lang="en-US" sz="2400" dirty="0"/>
              <a:t>, and </a:t>
            </a:r>
            <a:r>
              <a:rPr lang="en-US" sz="2400" b="1" dirty="0"/>
              <a:t>supervision</a:t>
            </a:r>
            <a:r>
              <a:rPr lang="en-US" sz="2400" dirty="0"/>
              <a:t>.  </a:t>
            </a:r>
            <a:br>
              <a:rPr lang="en-US" sz="2400" dirty="0"/>
            </a:br>
            <a:endParaRPr lang="en-US" sz="2400" dirty="0"/>
          </a:p>
          <a:p>
            <a:pPr marL="533400" indent="-533400">
              <a:lnSpc>
                <a:spcPct val="90000"/>
              </a:lnSpc>
              <a:buFontTx/>
              <a:buAutoNum type="arabicPeriod"/>
            </a:pPr>
            <a:r>
              <a:rPr lang="en-US" sz="2400" dirty="0"/>
              <a:t>Discuss the importance of situational factors in determining the most effective sales leadership approaches.  </a:t>
            </a:r>
            <a:br>
              <a:rPr lang="en-US" sz="2400" dirty="0"/>
            </a:br>
            <a:endParaRPr lang="en-US" sz="2400" dirty="0"/>
          </a:p>
          <a:p>
            <a:pPr marL="533400" indent="-533400">
              <a:lnSpc>
                <a:spcPct val="90000"/>
              </a:lnSpc>
              <a:buFontTx/>
              <a:buAutoNum type="arabicPeriod"/>
            </a:pPr>
            <a:r>
              <a:rPr lang="en-US" sz="2400" dirty="0"/>
              <a:t>Explain how leadership style approaches contribute to contemporary sales leadership.  </a:t>
            </a:r>
          </a:p>
        </p:txBody>
      </p:sp>
    </p:spTree>
    <p:extLst>
      <p:ext uri="{BB962C8B-B14F-4D97-AF65-F5344CB8AC3E}">
        <p14:creationId xmlns:p14="http://schemas.microsoft.com/office/powerpoint/2010/main" val="4087134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p:cNvSpPr>
            <a:spLocks noGrp="1" noChangeArrowheads="1"/>
          </p:cNvSpPr>
          <p:nvPr>
            <p:ph type="title"/>
          </p:nvPr>
        </p:nvSpPr>
        <p:spPr>
          <a:xfrm>
            <a:off x="152400" y="304800"/>
            <a:ext cx="8610600" cy="1066800"/>
          </a:xfrm>
          <a:solidFill>
            <a:schemeClr val="bg2">
              <a:lumMod val="60000"/>
              <a:lumOff val="40000"/>
            </a:schemeClr>
          </a:solidFill>
        </p:spPr>
        <p:txBody>
          <a:bodyPr/>
          <a:lstStyle/>
          <a:p>
            <a:r>
              <a:rPr lang="en-US" dirty="0"/>
              <a:t>Learning Objectives</a:t>
            </a:r>
          </a:p>
        </p:txBody>
      </p:sp>
      <p:sp>
        <p:nvSpPr>
          <p:cNvPr id="60420" name="Rectangle 4"/>
          <p:cNvSpPr>
            <a:spLocks noGrp="1" noChangeArrowheads="1"/>
          </p:cNvSpPr>
          <p:nvPr>
            <p:ph idx="1"/>
          </p:nvPr>
        </p:nvSpPr>
        <p:spPr>
          <a:xfrm>
            <a:off x="406400" y="1785938"/>
            <a:ext cx="7670800" cy="3014662"/>
          </a:xfrm>
        </p:spPr>
        <p:txBody>
          <a:bodyPr/>
          <a:lstStyle/>
          <a:p>
            <a:pPr marL="457200" indent="-457200">
              <a:lnSpc>
                <a:spcPct val="90000"/>
              </a:lnSpc>
              <a:buFont typeface="+mj-lt"/>
              <a:buAutoNum type="arabicPeriod" startAt="4"/>
            </a:pPr>
            <a:r>
              <a:rPr lang="en-US" sz="2400" dirty="0"/>
              <a:t>Discuss six bases of power that affect leadership.</a:t>
            </a:r>
            <a:br>
              <a:rPr lang="en-US" sz="2400" dirty="0"/>
            </a:br>
            <a:endParaRPr lang="en-US" sz="2400" dirty="0"/>
          </a:p>
          <a:p>
            <a:pPr marL="457200" indent="-457200">
              <a:lnSpc>
                <a:spcPct val="90000"/>
              </a:lnSpc>
              <a:buFont typeface="+mj-lt"/>
              <a:buAutoNum type="arabicPeriod" startAt="4"/>
            </a:pPr>
            <a:r>
              <a:rPr lang="en-US" dirty="0"/>
              <a:t>Explain five influential strategies used in leadership.  </a:t>
            </a:r>
            <a:br>
              <a:rPr lang="en-US" dirty="0"/>
            </a:br>
            <a:endParaRPr lang="en-US" dirty="0"/>
          </a:p>
          <a:p>
            <a:pPr marL="457200" indent="-457200">
              <a:lnSpc>
                <a:spcPct val="90000"/>
              </a:lnSpc>
              <a:buFont typeface="+mj-lt"/>
              <a:buAutoNum type="arabicPeriod" startAt="4"/>
            </a:pPr>
            <a:r>
              <a:rPr lang="en-US" dirty="0"/>
              <a:t>Discuss issues related to coaching salespeople, conducting sales meetings, and promoting ethical behavior.</a:t>
            </a:r>
            <a:r>
              <a:rPr lang="en-US" sz="2400" dirty="0"/>
              <a:t>  </a:t>
            </a:r>
          </a:p>
        </p:txBody>
      </p:sp>
    </p:spTree>
    <p:extLst>
      <p:ext uri="{BB962C8B-B14F-4D97-AF65-F5344CB8AC3E}">
        <p14:creationId xmlns:p14="http://schemas.microsoft.com/office/powerpoint/2010/main" val="3445134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7C13D9E-BB0D-4962-9D70-BFE804626570}"/>
              </a:ext>
            </a:extLst>
          </p:cNvPr>
          <p:cNvSpPr/>
          <p:nvPr/>
        </p:nvSpPr>
        <p:spPr bwMode="auto">
          <a:xfrm>
            <a:off x="0" y="6400800"/>
            <a:ext cx="22098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2" name="Title 1">
            <a:extLst>
              <a:ext uri="{FF2B5EF4-FFF2-40B4-BE49-F238E27FC236}">
                <a16:creationId xmlns:a16="http://schemas.microsoft.com/office/drawing/2014/main" id="{E1B1DBB7-BC5B-4D87-A050-803BF9470891}"/>
              </a:ext>
            </a:extLst>
          </p:cNvPr>
          <p:cNvSpPr>
            <a:spLocks noGrp="1"/>
          </p:cNvSpPr>
          <p:nvPr>
            <p:ph type="title"/>
          </p:nvPr>
        </p:nvSpPr>
        <p:spPr>
          <a:xfrm>
            <a:off x="266700" y="236538"/>
            <a:ext cx="8610600" cy="1066800"/>
          </a:xfrm>
          <a:solidFill>
            <a:schemeClr val="bg2">
              <a:lumMod val="60000"/>
              <a:lumOff val="40000"/>
            </a:schemeClr>
          </a:solidFill>
        </p:spPr>
        <p:txBody>
          <a:bodyPr/>
          <a:lstStyle/>
          <a:p>
            <a:r>
              <a:rPr lang="en-US" dirty="0"/>
              <a:t>Is This Sales Leadership? </a:t>
            </a:r>
          </a:p>
        </p:txBody>
      </p:sp>
      <p:pic>
        <p:nvPicPr>
          <p:cNvPr id="5" name="Picture 2" descr="Image result for an icon for video">
            <a:extLst>
              <a:ext uri="{FF2B5EF4-FFF2-40B4-BE49-F238E27FC236}">
                <a16:creationId xmlns:a16="http://schemas.microsoft.com/office/drawing/2014/main" id="{B756D4C5-65A5-40AB-911B-17B8C57366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627062"/>
            <a:ext cx="42227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Online Media 3" title="FUNNY SALES VIDEO - Is This Sales Leadership? - Funny Sales - Selling - Solutions is Easy">
            <a:hlinkClick r:id="rId5"/>
            <a:extLst>
              <a:ext uri="{FF2B5EF4-FFF2-40B4-BE49-F238E27FC236}">
                <a16:creationId xmlns:a16="http://schemas.microsoft.com/office/drawing/2014/main" id="{5D76C293-7837-487F-9868-20B8D2F2ED47}"/>
              </a:ext>
            </a:extLst>
          </p:cNvPr>
          <p:cNvPicPr>
            <a:picLocks noRot="1" noChangeAspect="1"/>
          </p:cNvPicPr>
          <p:nvPr>
            <a:videoFile r:link="rId1"/>
          </p:nvPr>
        </p:nvPicPr>
        <p:blipFill>
          <a:blip r:embed="rId6"/>
          <a:stretch>
            <a:fillRect/>
          </a:stretch>
        </p:blipFill>
        <p:spPr>
          <a:xfrm>
            <a:off x="296333" y="1439861"/>
            <a:ext cx="8517470" cy="4791077"/>
          </a:xfrm>
          <a:prstGeom prst="rect">
            <a:avLst/>
          </a:prstGeom>
          <a:scene3d>
            <a:camera prst="orthographicFront"/>
            <a:lightRig rig="threePt" dir="t"/>
          </a:scene3d>
          <a:sp3d>
            <a:bevelT w="69850"/>
          </a:sp3d>
        </p:spPr>
      </p:pic>
      <p:sp>
        <p:nvSpPr>
          <p:cNvPr id="3" name="TextBox 2">
            <a:extLst>
              <a:ext uri="{FF2B5EF4-FFF2-40B4-BE49-F238E27FC236}">
                <a16:creationId xmlns:a16="http://schemas.microsoft.com/office/drawing/2014/main" id="{3859AF71-5016-4EAC-849E-B6B54E9ABAC1}"/>
              </a:ext>
            </a:extLst>
          </p:cNvPr>
          <p:cNvSpPr txBox="1"/>
          <p:nvPr/>
        </p:nvSpPr>
        <p:spPr>
          <a:xfrm>
            <a:off x="4191000" y="6243935"/>
            <a:ext cx="784189" cy="461665"/>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1:32</a:t>
            </a:r>
          </a:p>
        </p:txBody>
      </p:sp>
    </p:spTree>
    <p:extLst>
      <p:ext uri="{BB962C8B-B14F-4D97-AF65-F5344CB8AC3E}">
        <p14:creationId xmlns:p14="http://schemas.microsoft.com/office/powerpoint/2010/main" val="2463937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ChangeArrowheads="1"/>
          </p:cNvSpPr>
          <p:nvPr>
            <p:ph type="title"/>
          </p:nvPr>
        </p:nvSpPr>
        <p:spPr>
          <a:solidFill>
            <a:schemeClr val="bg2">
              <a:lumMod val="60000"/>
              <a:lumOff val="40000"/>
            </a:schemeClr>
          </a:solidFill>
        </p:spPr>
        <p:txBody>
          <a:bodyPr/>
          <a:lstStyle/>
          <a:p>
            <a:r>
              <a:rPr lang="en-US" sz="3400" dirty="0"/>
              <a:t>Sales Leadership, Sales </a:t>
            </a:r>
            <a:br>
              <a:rPr lang="en-US" sz="3400" dirty="0"/>
            </a:br>
            <a:r>
              <a:rPr lang="en-US" sz="3400" dirty="0"/>
              <a:t>Management, and Sales Supervision</a:t>
            </a:r>
          </a:p>
        </p:txBody>
      </p:sp>
      <p:grpSp>
        <p:nvGrpSpPr>
          <p:cNvPr id="4" name="Group 3">
            <a:extLst>
              <a:ext uri="{FF2B5EF4-FFF2-40B4-BE49-F238E27FC236}">
                <a16:creationId xmlns:a16="http://schemas.microsoft.com/office/drawing/2014/main" id="{159872B0-AA7C-4EC8-9C7D-3B2438AE6DFC}"/>
              </a:ext>
            </a:extLst>
          </p:cNvPr>
          <p:cNvGrpSpPr/>
          <p:nvPr/>
        </p:nvGrpSpPr>
        <p:grpSpPr>
          <a:xfrm>
            <a:off x="651932" y="1905000"/>
            <a:ext cx="7840136" cy="4048095"/>
            <a:chOff x="651932" y="1905000"/>
            <a:chExt cx="7840136" cy="4048095"/>
          </a:xfrm>
        </p:grpSpPr>
        <p:pic>
          <p:nvPicPr>
            <p:cNvPr id="2" name="Picture 1"/>
            <p:cNvPicPr>
              <a:picLocks noChangeAspect="1"/>
            </p:cNvPicPr>
            <p:nvPr/>
          </p:nvPicPr>
          <p:blipFill>
            <a:blip r:embed="rId3"/>
            <a:stretch>
              <a:fillRect/>
            </a:stretch>
          </p:blipFill>
          <p:spPr>
            <a:xfrm>
              <a:off x="651932" y="1905000"/>
              <a:ext cx="7840136" cy="4048095"/>
            </a:xfrm>
            <a:prstGeom prst="rect">
              <a:avLst/>
            </a:prstGeom>
          </p:spPr>
        </p:pic>
        <p:sp>
          <p:nvSpPr>
            <p:cNvPr id="3" name="TextBox 2">
              <a:extLst>
                <a:ext uri="{FF2B5EF4-FFF2-40B4-BE49-F238E27FC236}">
                  <a16:creationId xmlns:a16="http://schemas.microsoft.com/office/drawing/2014/main" id="{4D4F252C-0229-47C6-8711-B2DE8AA9199A}"/>
                </a:ext>
              </a:extLst>
            </p:cNvPr>
            <p:cNvSpPr txBox="1"/>
            <p:nvPr/>
          </p:nvSpPr>
          <p:spPr>
            <a:xfrm>
              <a:off x="3733800" y="3352800"/>
              <a:ext cx="4304320" cy="1015663"/>
            </a:xfrm>
            <a:prstGeom prst="rect">
              <a:avLst/>
            </a:prstGeom>
            <a:solidFill>
              <a:srgbClr val="E3E0CB"/>
            </a:solid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Activities related to planning,</a:t>
              </a:r>
            </a:p>
            <a:p>
              <a:r>
                <a:rPr lang="en-US" sz="2000" dirty="0">
                  <a:latin typeface="Calibri" panose="020F0502020204030204" pitchFamily="34" charset="0"/>
                  <a:ea typeface="Calibri" panose="020F0502020204030204" pitchFamily="34" charset="0"/>
                  <a:cs typeface="Calibri" panose="020F0502020204030204" pitchFamily="34" charset="0"/>
                </a:rPr>
                <a:t>implementing, and controlling the sales</a:t>
              </a:r>
            </a:p>
            <a:p>
              <a:r>
                <a:rPr lang="en-US" sz="2000" dirty="0">
                  <a:latin typeface="Calibri" panose="020F0502020204030204" pitchFamily="34" charset="0"/>
                  <a:ea typeface="Calibri" panose="020F0502020204030204" pitchFamily="34" charset="0"/>
                  <a:cs typeface="Calibri" panose="020F0502020204030204" pitchFamily="34" charset="0"/>
                </a:rPr>
                <a:t>function.</a:t>
              </a:r>
            </a:p>
          </p:txBody>
        </p:sp>
      </p:grpSp>
    </p:spTree>
    <p:extLst>
      <p:ext uri="{BB962C8B-B14F-4D97-AF65-F5344CB8AC3E}">
        <p14:creationId xmlns:p14="http://schemas.microsoft.com/office/powerpoint/2010/main" val="381481021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5"/>
          <p:cNvSpPr>
            <a:spLocks noGrp="1" noChangeArrowheads="1"/>
          </p:cNvSpPr>
          <p:nvPr>
            <p:ph type="title"/>
          </p:nvPr>
        </p:nvSpPr>
        <p:spPr>
          <a:solidFill>
            <a:schemeClr val="bg2">
              <a:lumMod val="60000"/>
              <a:lumOff val="40000"/>
            </a:schemeClr>
          </a:solidFill>
        </p:spPr>
        <p:txBody>
          <a:bodyPr/>
          <a:lstStyle/>
          <a:p>
            <a:r>
              <a:rPr lang="en-US" sz="3200" dirty="0"/>
              <a:t>Situational Sales Leadership Perspectives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928813"/>
            <a:ext cx="6943725" cy="378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B013E917-DF9A-4C65-BC90-BEE6863002DD}"/>
              </a:ext>
            </a:extLst>
          </p:cNvPr>
          <p:cNvSpPr txBox="1"/>
          <p:nvPr/>
        </p:nvSpPr>
        <p:spPr>
          <a:xfrm>
            <a:off x="6082393" y="2590800"/>
            <a:ext cx="1928132" cy="369332"/>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e.g., tall, high IQ</a:t>
            </a:r>
          </a:p>
        </p:txBody>
      </p:sp>
      <p:sp>
        <p:nvSpPr>
          <p:cNvPr id="5" name="TextBox 4">
            <a:extLst>
              <a:ext uri="{FF2B5EF4-FFF2-40B4-BE49-F238E27FC236}">
                <a16:creationId xmlns:a16="http://schemas.microsoft.com/office/drawing/2014/main" id="{92B13037-0758-4FA6-B3EC-F0324524BF41}"/>
              </a:ext>
            </a:extLst>
          </p:cNvPr>
          <p:cNvSpPr txBox="1"/>
          <p:nvPr/>
        </p:nvSpPr>
        <p:spPr>
          <a:xfrm>
            <a:off x="3986893" y="4038600"/>
            <a:ext cx="4191000" cy="369332"/>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e.g., empathetic, good communicator</a:t>
            </a:r>
          </a:p>
        </p:txBody>
      </p:sp>
      <p:sp>
        <p:nvSpPr>
          <p:cNvPr id="6" name="TextBox 5">
            <a:extLst>
              <a:ext uri="{FF2B5EF4-FFF2-40B4-BE49-F238E27FC236}">
                <a16:creationId xmlns:a16="http://schemas.microsoft.com/office/drawing/2014/main" id="{05124D18-D686-4234-9146-2C92A7DE97D2}"/>
              </a:ext>
            </a:extLst>
          </p:cNvPr>
          <p:cNvSpPr txBox="1"/>
          <p:nvPr/>
        </p:nvSpPr>
        <p:spPr>
          <a:xfrm>
            <a:off x="6716486" y="5128431"/>
            <a:ext cx="1377723" cy="369332"/>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(Next slide)</a:t>
            </a:r>
          </a:p>
        </p:txBody>
      </p:sp>
    </p:spTree>
    <p:extLst>
      <p:ext uri="{BB962C8B-B14F-4D97-AF65-F5344CB8AC3E}">
        <p14:creationId xmlns:p14="http://schemas.microsoft.com/office/powerpoint/2010/main" val="394299401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r>
              <a:rPr lang="en-US" dirty="0"/>
              <a:t>Leadership Approaches – </a:t>
            </a:r>
            <a:br>
              <a:rPr lang="en-US" dirty="0"/>
            </a:br>
            <a:r>
              <a:rPr lang="en-US" dirty="0"/>
              <a:t>Contingent Upon Situational Factors</a:t>
            </a:r>
          </a:p>
        </p:txBody>
      </p:sp>
      <p:pic>
        <p:nvPicPr>
          <p:cNvPr id="5" name="Picture 4"/>
          <p:cNvPicPr>
            <a:picLocks noChangeAspect="1"/>
          </p:cNvPicPr>
          <p:nvPr/>
        </p:nvPicPr>
        <p:blipFill>
          <a:blip r:embed="rId2"/>
          <a:stretch>
            <a:fillRect/>
          </a:stretch>
        </p:blipFill>
        <p:spPr>
          <a:xfrm>
            <a:off x="876036" y="1408043"/>
            <a:ext cx="7163328" cy="4777940"/>
          </a:xfrm>
          <a:prstGeom prst="rect">
            <a:avLst/>
          </a:prstGeom>
        </p:spPr>
      </p:pic>
    </p:spTree>
    <p:extLst>
      <p:ext uri="{BB962C8B-B14F-4D97-AF65-F5344CB8AC3E}">
        <p14:creationId xmlns:p14="http://schemas.microsoft.com/office/powerpoint/2010/main" val="3612631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Grp="1" noChangeArrowheads="1"/>
          </p:cNvSpPr>
          <p:nvPr>
            <p:ph type="title"/>
          </p:nvPr>
        </p:nvSpPr>
        <p:spPr>
          <a:xfrm>
            <a:off x="266700" y="152400"/>
            <a:ext cx="8610600" cy="1066800"/>
          </a:xfrm>
          <a:solidFill>
            <a:schemeClr val="bg2">
              <a:lumMod val="60000"/>
              <a:lumOff val="40000"/>
            </a:schemeClr>
          </a:solidFill>
        </p:spPr>
        <p:txBody>
          <a:bodyPr/>
          <a:lstStyle/>
          <a:p>
            <a:r>
              <a:rPr lang="en-US" dirty="0"/>
              <a:t>Important Sales Leadership Skills</a:t>
            </a:r>
          </a:p>
        </p:txBody>
      </p:sp>
      <p:sp>
        <p:nvSpPr>
          <p:cNvPr id="2" name="Content Placeholder 1"/>
          <p:cNvSpPr>
            <a:spLocks noGrp="1"/>
          </p:cNvSpPr>
          <p:nvPr>
            <p:ph idx="1"/>
          </p:nvPr>
        </p:nvSpPr>
        <p:spPr>
          <a:xfrm>
            <a:off x="334375" y="1295400"/>
            <a:ext cx="8475250" cy="5088731"/>
          </a:xfrm>
          <a:solidFill>
            <a:schemeClr val="bg2">
              <a:lumMod val="20000"/>
              <a:lumOff val="80000"/>
            </a:schemeClr>
          </a:solidFill>
          <a:effectLst>
            <a:softEdge rad="12700"/>
          </a:effectLst>
          <a:scene3d>
            <a:camera prst="orthographicFront"/>
            <a:lightRig rig="threePt" dir="t"/>
          </a:scene3d>
          <a:sp3d>
            <a:bevelT/>
          </a:sp3d>
        </p:spPr>
        <p:txBody>
          <a:bodyPr/>
          <a:lstStyle/>
          <a:p>
            <a:pPr marL="0" marR="0" indent="0">
              <a:lnSpc>
                <a:spcPct val="107000"/>
              </a:lnSpc>
              <a:spcBef>
                <a:spcPts val="0"/>
              </a:spcBef>
              <a:spcAft>
                <a:spcPts val="800"/>
              </a:spcAft>
              <a:buNone/>
            </a:pPr>
            <a:r>
              <a:rPr lang="en-US" sz="2000" b="1" dirty="0">
                <a:effectLst/>
                <a:latin typeface="Arial" panose="020B0604020202020204" pitchFamily="34" charset="0"/>
                <a:ea typeface="Calibri" panose="020F0502020204030204" pitchFamily="34" charset="0"/>
                <a:cs typeface="Times New Roman" panose="02020603050405020304" pitchFamily="18" charset="0"/>
              </a:rPr>
              <a:t>High performance sales leaders </a:t>
            </a:r>
            <a:r>
              <a:rPr lang="en-US" sz="2000" dirty="0">
                <a:effectLst/>
                <a:latin typeface="Arial" panose="020B0604020202020204" pitchFamily="34" charset="0"/>
                <a:ea typeface="Calibri" panose="020F0502020204030204" pitchFamily="34" charset="0"/>
                <a:cs typeface="Times New Roman" panose="02020603050405020304" pitchFamily="18" charset="0"/>
              </a:rPr>
              <a:t>have the ability to</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manage both one’s own and others’ emotions (i.e., high emotional intelligence).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communicate effectively by listening and sharing information.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work one-on-one with salespeople to help them improve (i.e., coaching skill).</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set clear performance expectations and hold salespeople accountable.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solve problems and resolve conflicts.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engage and motivate salespeople to take ownership of expected performance outcomes.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strategize, plan and execute, including challenging salespeople to develop and execute effective sales strategies.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use technology to mine and analyze data.</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prioritize and effectively manage one’s time.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sz="2000" dirty="0">
                <a:effectLst/>
                <a:latin typeface="Arial" panose="020B0604020202020204" pitchFamily="34" charset="0"/>
                <a:ea typeface="Calibri" panose="020F0502020204030204" pitchFamily="34" charset="0"/>
                <a:cs typeface="Times New Roman" panose="02020603050405020304" pitchFamily="18" charset="0"/>
              </a:rPr>
              <a:t>build trust with salespeople through honesty and integrity.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489739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52400" y="304800"/>
            <a:ext cx="8610600" cy="1066800"/>
          </a:xfrm>
          <a:solidFill>
            <a:schemeClr val="bg2">
              <a:lumMod val="60000"/>
              <a:lumOff val="40000"/>
            </a:schemeClr>
          </a:solidFill>
        </p:spPr>
        <p:txBody>
          <a:bodyPr/>
          <a:lstStyle/>
          <a:p>
            <a:r>
              <a:rPr lang="en-US" dirty="0"/>
              <a:t>Leadership Styles &amp; Relationships</a:t>
            </a:r>
            <a:endParaRPr lang="en-US" sz="2000" dirty="0"/>
          </a:p>
        </p:txBody>
      </p:sp>
      <p:pic>
        <p:nvPicPr>
          <p:cNvPr id="2" name="Picture 1"/>
          <p:cNvPicPr>
            <a:picLocks noChangeAspect="1"/>
          </p:cNvPicPr>
          <p:nvPr/>
        </p:nvPicPr>
        <p:blipFill>
          <a:blip r:embed="rId3"/>
          <a:stretch>
            <a:fillRect/>
          </a:stretch>
        </p:blipFill>
        <p:spPr>
          <a:xfrm>
            <a:off x="109159" y="1524000"/>
            <a:ext cx="8966354" cy="4267200"/>
          </a:xfrm>
          <a:prstGeom prst="rect">
            <a:avLst/>
          </a:prstGeom>
        </p:spPr>
      </p:pic>
    </p:spTree>
    <p:extLst>
      <p:ext uri="{BB962C8B-B14F-4D97-AF65-F5344CB8AC3E}">
        <p14:creationId xmlns:p14="http://schemas.microsoft.com/office/powerpoint/2010/main" val="309937517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B2C8080-6481-47D2-99A4-E7678B669963}"/>
              </a:ext>
            </a:extLst>
          </p:cNvPr>
          <p:cNvSpPr/>
          <p:nvPr/>
        </p:nvSpPr>
        <p:spPr bwMode="auto">
          <a:xfrm>
            <a:off x="0" y="6400800"/>
            <a:ext cx="22098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2" name="Title 1">
            <a:extLst>
              <a:ext uri="{FF2B5EF4-FFF2-40B4-BE49-F238E27FC236}">
                <a16:creationId xmlns:a16="http://schemas.microsoft.com/office/drawing/2014/main" id="{EE49D7C4-57C3-440C-824E-3F68AE969074}"/>
              </a:ext>
            </a:extLst>
          </p:cNvPr>
          <p:cNvSpPr>
            <a:spLocks noGrp="1"/>
          </p:cNvSpPr>
          <p:nvPr>
            <p:ph type="title"/>
          </p:nvPr>
        </p:nvSpPr>
        <p:spPr>
          <a:solidFill>
            <a:schemeClr val="bg2">
              <a:lumMod val="60000"/>
              <a:lumOff val="40000"/>
            </a:schemeClr>
          </a:solidFill>
        </p:spPr>
        <p:txBody>
          <a:bodyPr/>
          <a:lstStyle/>
          <a:p>
            <a:r>
              <a:rPr lang="en-US" dirty="0"/>
              <a:t>Transformational Leadership</a:t>
            </a:r>
          </a:p>
        </p:txBody>
      </p:sp>
      <p:sp>
        <p:nvSpPr>
          <p:cNvPr id="3" name="Content Placeholder 2">
            <a:extLst>
              <a:ext uri="{FF2B5EF4-FFF2-40B4-BE49-F238E27FC236}">
                <a16:creationId xmlns:a16="http://schemas.microsoft.com/office/drawing/2014/main" id="{E66ECDC7-9EB7-4CBC-9213-8EA1F87823CA}"/>
              </a:ext>
            </a:extLst>
          </p:cNvPr>
          <p:cNvSpPr>
            <a:spLocks noGrp="1"/>
          </p:cNvSpPr>
          <p:nvPr>
            <p:ph idx="1"/>
          </p:nvPr>
        </p:nvSpPr>
        <p:spPr>
          <a:xfrm>
            <a:off x="533400" y="1330455"/>
            <a:ext cx="8315443" cy="4427407"/>
          </a:xfrm>
        </p:spPr>
        <p:txBody>
          <a:bodyPr/>
          <a:lstStyle/>
          <a:p>
            <a:pPr marL="0" indent="0">
              <a:buNone/>
            </a:pPr>
            <a:r>
              <a:rPr lang="en-US" b="0" i="0" dirty="0">
                <a:effectLst/>
                <a:latin typeface="Roboto" panose="02000000000000000000" pitchFamily="2" charset="0"/>
              </a:rPr>
              <a:t>What is Transformational Leadership - Irina </a:t>
            </a:r>
            <a:r>
              <a:rPr lang="en-US" b="0" i="0" dirty="0" err="1">
                <a:effectLst/>
                <a:latin typeface="Roboto" panose="02000000000000000000" pitchFamily="2" charset="0"/>
              </a:rPr>
              <a:t>Ketkin</a:t>
            </a:r>
            <a:r>
              <a:rPr lang="en-US" b="0" i="0" dirty="0">
                <a:effectLst/>
                <a:latin typeface="Roboto" panose="02000000000000000000" pitchFamily="2" charset="0"/>
              </a:rPr>
              <a:t>  3:02</a:t>
            </a:r>
          </a:p>
          <a:p>
            <a:pPr marL="0" indent="0">
              <a:buNone/>
            </a:pPr>
            <a:endParaRPr lang="en-US" b="0" i="0" dirty="0">
              <a:effectLst/>
              <a:latin typeface="Roboto"/>
            </a:endParaRPr>
          </a:p>
          <a:p>
            <a:endParaRPr lang="en-US" dirty="0"/>
          </a:p>
          <a:p>
            <a:endParaRPr lang="en-US" dirty="0"/>
          </a:p>
        </p:txBody>
      </p:sp>
      <p:pic>
        <p:nvPicPr>
          <p:cNvPr id="5" name="Online Media 4" title="What is Transformational Leadership - Irina Ketkin">
            <a:hlinkClick r:id="" action="ppaction://media"/>
            <a:extLst>
              <a:ext uri="{FF2B5EF4-FFF2-40B4-BE49-F238E27FC236}">
                <a16:creationId xmlns:a16="http://schemas.microsoft.com/office/drawing/2014/main" id="{540B970A-3A63-453C-84F5-C1FBE6847620}"/>
              </a:ext>
            </a:extLst>
          </p:cNvPr>
          <p:cNvPicPr>
            <a:picLocks noRot="1" noChangeAspect="1"/>
          </p:cNvPicPr>
          <p:nvPr>
            <a:videoFile r:link="rId1"/>
          </p:nvPr>
        </p:nvPicPr>
        <p:blipFill>
          <a:blip r:embed="rId4"/>
          <a:stretch>
            <a:fillRect/>
          </a:stretch>
        </p:blipFill>
        <p:spPr>
          <a:xfrm>
            <a:off x="381000" y="1752600"/>
            <a:ext cx="8382000" cy="4735830"/>
          </a:xfrm>
          <a:prstGeom prst="rect">
            <a:avLst/>
          </a:prstGeom>
        </p:spPr>
      </p:pic>
    </p:spTree>
    <p:extLst>
      <p:ext uri="{BB962C8B-B14F-4D97-AF65-F5344CB8AC3E}">
        <p14:creationId xmlns:p14="http://schemas.microsoft.com/office/powerpoint/2010/main" val="80692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E7CE5-5DD6-481E-B553-A498C7D013E9}"/>
              </a:ext>
            </a:extLst>
          </p:cNvPr>
          <p:cNvSpPr>
            <a:spLocks noGrp="1"/>
          </p:cNvSpPr>
          <p:nvPr>
            <p:ph type="title"/>
          </p:nvPr>
        </p:nvSpPr>
        <p:spPr>
          <a:solidFill>
            <a:schemeClr val="bg2">
              <a:lumMod val="60000"/>
              <a:lumOff val="40000"/>
            </a:schemeClr>
          </a:solidFill>
        </p:spPr>
        <p:txBody>
          <a:bodyPr/>
          <a:lstStyle/>
          <a:p>
            <a:r>
              <a:rPr lang="en-US" dirty="0">
                <a:solidFill>
                  <a:srgbClr val="FF0000"/>
                </a:solidFill>
              </a:rPr>
              <a:t>What do you think?</a:t>
            </a:r>
          </a:p>
        </p:txBody>
      </p:sp>
      <p:sp>
        <p:nvSpPr>
          <p:cNvPr id="3" name="Content Placeholder 2">
            <a:extLst>
              <a:ext uri="{FF2B5EF4-FFF2-40B4-BE49-F238E27FC236}">
                <a16:creationId xmlns:a16="http://schemas.microsoft.com/office/drawing/2014/main" id="{C3DBCF46-F918-4ECB-B0B1-8D9CB919355A}"/>
              </a:ext>
            </a:extLst>
          </p:cNvPr>
          <p:cNvSpPr>
            <a:spLocks noGrp="1"/>
          </p:cNvSpPr>
          <p:nvPr>
            <p:ph idx="1"/>
          </p:nvPr>
        </p:nvSpPr>
        <p:spPr/>
        <p:txBody>
          <a:bodyPr/>
          <a:lstStyle/>
          <a:p>
            <a:r>
              <a:rPr lang="en-US" dirty="0">
                <a:solidFill>
                  <a:srgbClr val="FF0000"/>
                </a:solidFill>
                <a:ea typeface="Times New Roman" panose="02020603050405020304" pitchFamily="18" charset="0"/>
              </a:rPr>
              <a:t>T</a:t>
            </a:r>
            <a:r>
              <a:rPr lang="en-US" dirty="0">
                <a:solidFill>
                  <a:srgbClr val="FF0000"/>
                </a:solidFill>
                <a:effectLst/>
                <a:ea typeface="Times New Roman" panose="02020603050405020304" pitchFamily="18" charset="0"/>
              </a:rPr>
              <a:t>hink about the different types of managers you have experienced.  Discuss the characteristics of those considered "</a:t>
            </a:r>
            <a:r>
              <a:rPr lang="en-US" u="sng" dirty="0">
                <a:solidFill>
                  <a:srgbClr val="FF0000"/>
                </a:solidFill>
                <a:effectLst/>
                <a:ea typeface="Times New Roman" panose="02020603050405020304" pitchFamily="18" charset="0"/>
              </a:rPr>
              <a:t>good</a:t>
            </a:r>
            <a:r>
              <a:rPr lang="en-US" dirty="0">
                <a:solidFill>
                  <a:srgbClr val="FF0000"/>
                </a:solidFill>
                <a:effectLst/>
                <a:ea typeface="Times New Roman" panose="02020603050405020304" pitchFamily="18" charset="0"/>
              </a:rPr>
              <a:t>" managers, the type of </a:t>
            </a:r>
            <a:r>
              <a:rPr lang="en-US" b="1" dirty="0">
                <a:solidFill>
                  <a:srgbClr val="FF0000"/>
                </a:solidFill>
                <a:effectLst/>
                <a:ea typeface="Times New Roman" panose="02020603050405020304" pitchFamily="18" charset="0"/>
              </a:rPr>
              <a:t>management style</a:t>
            </a:r>
            <a:r>
              <a:rPr lang="en-US" dirty="0">
                <a:solidFill>
                  <a:srgbClr val="FF0000"/>
                </a:solidFill>
                <a:effectLst/>
                <a:ea typeface="Times New Roman" panose="02020603050405020304" pitchFamily="18" charset="0"/>
              </a:rPr>
              <a:t> used, the </a:t>
            </a:r>
            <a:r>
              <a:rPr lang="en-US" b="1" dirty="0">
                <a:solidFill>
                  <a:srgbClr val="FF0000"/>
                </a:solidFill>
                <a:effectLst/>
                <a:ea typeface="Times New Roman" panose="02020603050405020304" pitchFamily="18" charset="0"/>
              </a:rPr>
              <a:t>power bases</a:t>
            </a:r>
            <a:r>
              <a:rPr lang="en-US" dirty="0">
                <a:solidFill>
                  <a:srgbClr val="FF0000"/>
                </a:solidFill>
                <a:effectLst/>
                <a:ea typeface="Times New Roman" panose="02020603050405020304" pitchFamily="18" charset="0"/>
              </a:rPr>
              <a:t> and </a:t>
            </a:r>
            <a:r>
              <a:rPr lang="en-US" b="1" dirty="0">
                <a:solidFill>
                  <a:srgbClr val="FF0000"/>
                </a:solidFill>
                <a:effectLst/>
                <a:ea typeface="Times New Roman" panose="02020603050405020304" pitchFamily="18" charset="0"/>
              </a:rPr>
              <a:t>influence strategies</a:t>
            </a:r>
            <a:r>
              <a:rPr lang="en-US" dirty="0">
                <a:solidFill>
                  <a:srgbClr val="FF0000"/>
                </a:solidFill>
                <a:effectLst/>
                <a:ea typeface="Times New Roman" panose="02020603050405020304" pitchFamily="18" charset="0"/>
              </a:rPr>
              <a:t> they used, and what made them a good manager.  </a:t>
            </a:r>
          </a:p>
          <a:p>
            <a:r>
              <a:rPr lang="en-US" dirty="0">
                <a:solidFill>
                  <a:srgbClr val="FF0000"/>
                </a:solidFill>
                <a:effectLst/>
                <a:ea typeface="Times New Roman" panose="02020603050405020304" pitchFamily="18" charset="0"/>
              </a:rPr>
              <a:t>Do the same for those considered “</a:t>
            </a:r>
            <a:r>
              <a:rPr lang="en-US" u="sng" dirty="0">
                <a:solidFill>
                  <a:srgbClr val="FF0000"/>
                </a:solidFill>
                <a:effectLst/>
                <a:ea typeface="Times New Roman" panose="02020603050405020304" pitchFamily="18" charset="0"/>
              </a:rPr>
              <a:t>poor</a:t>
            </a:r>
            <a:r>
              <a:rPr lang="en-US" dirty="0">
                <a:solidFill>
                  <a:srgbClr val="FF0000"/>
                </a:solidFill>
                <a:effectLst/>
                <a:ea typeface="Times New Roman" panose="02020603050405020304" pitchFamily="18" charset="0"/>
              </a:rPr>
              <a:t>” managers. </a:t>
            </a:r>
            <a:endParaRPr lang="en-US" sz="3200" dirty="0">
              <a:solidFill>
                <a:srgbClr val="FF0000"/>
              </a:solidFill>
            </a:endParaRPr>
          </a:p>
        </p:txBody>
      </p:sp>
    </p:spTree>
    <p:extLst>
      <p:ext uri="{BB962C8B-B14F-4D97-AF65-F5344CB8AC3E}">
        <p14:creationId xmlns:p14="http://schemas.microsoft.com/office/powerpoint/2010/main" val="562344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20B3AE3-B9A5-48A7-A678-5C4EA578B33B}"/>
              </a:ext>
            </a:extLst>
          </p:cNvPr>
          <p:cNvSpPr/>
          <p:nvPr/>
        </p:nvSpPr>
        <p:spPr bwMode="auto">
          <a:xfrm>
            <a:off x="0" y="6400800"/>
            <a:ext cx="22098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2" name="Title 1">
            <a:extLst>
              <a:ext uri="{FF2B5EF4-FFF2-40B4-BE49-F238E27FC236}">
                <a16:creationId xmlns:a16="http://schemas.microsoft.com/office/drawing/2014/main" id="{EE49D7C4-57C3-440C-824E-3F68AE969074}"/>
              </a:ext>
            </a:extLst>
          </p:cNvPr>
          <p:cNvSpPr>
            <a:spLocks noGrp="1"/>
          </p:cNvSpPr>
          <p:nvPr>
            <p:ph type="title"/>
          </p:nvPr>
        </p:nvSpPr>
        <p:spPr>
          <a:solidFill>
            <a:schemeClr val="bg2">
              <a:lumMod val="60000"/>
              <a:lumOff val="40000"/>
            </a:schemeClr>
          </a:solidFill>
        </p:spPr>
        <p:txBody>
          <a:bodyPr/>
          <a:lstStyle/>
          <a:p>
            <a:r>
              <a:rPr lang="en-US" dirty="0"/>
              <a:t>Thoughts on Leadership</a:t>
            </a:r>
          </a:p>
        </p:txBody>
      </p:sp>
      <p:sp>
        <p:nvSpPr>
          <p:cNvPr id="3" name="Content Placeholder 2">
            <a:extLst>
              <a:ext uri="{FF2B5EF4-FFF2-40B4-BE49-F238E27FC236}">
                <a16:creationId xmlns:a16="http://schemas.microsoft.com/office/drawing/2014/main" id="{E66ECDC7-9EB7-4CBC-9213-8EA1F87823CA}"/>
              </a:ext>
            </a:extLst>
          </p:cNvPr>
          <p:cNvSpPr>
            <a:spLocks noGrp="1"/>
          </p:cNvSpPr>
          <p:nvPr>
            <p:ph idx="1"/>
          </p:nvPr>
        </p:nvSpPr>
        <p:spPr>
          <a:xfrm>
            <a:off x="696544" y="1404257"/>
            <a:ext cx="8205788" cy="4233862"/>
          </a:xfrm>
        </p:spPr>
        <p:txBody>
          <a:bodyPr/>
          <a:lstStyle/>
          <a:p>
            <a:pPr marL="0" indent="0">
              <a:buNone/>
            </a:pPr>
            <a:r>
              <a:rPr lang="en-US" b="0" i="0" dirty="0">
                <a:effectLst/>
                <a:latin typeface="Roboto"/>
                <a:hlinkClick r:id="rId4"/>
              </a:rPr>
              <a:t>Jordan Peterson’s guide to leadership | Big Think</a:t>
            </a:r>
            <a:r>
              <a:rPr lang="en-US" b="0" i="0" dirty="0">
                <a:effectLst/>
                <a:latin typeface="Roboto"/>
              </a:rPr>
              <a:t>  6:54</a:t>
            </a:r>
          </a:p>
          <a:p>
            <a:pPr marL="0" indent="0">
              <a:buNone/>
            </a:pPr>
            <a:endParaRPr lang="en-US" b="0" i="0" dirty="0">
              <a:effectLst/>
              <a:latin typeface="Roboto"/>
            </a:endParaRPr>
          </a:p>
          <a:p>
            <a:endParaRPr lang="en-US" dirty="0"/>
          </a:p>
          <a:p>
            <a:endParaRPr lang="en-US" dirty="0"/>
          </a:p>
        </p:txBody>
      </p:sp>
      <p:pic>
        <p:nvPicPr>
          <p:cNvPr id="4" name="Online Media 3" title="Jordan Peterson’s guide to leadership | Big Think">
            <a:hlinkClick r:id="" action="ppaction://media"/>
            <a:extLst>
              <a:ext uri="{FF2B5EF4-FFF2-40B4-BE49-F238E27FC236}">
                <a16:creationId xmlns:a16="http://schemas.microsoft.com/office/drawing/2014/main" id="{82397E68-2097-4F00-9D91-FEAB87AEA64C}"/>
              </a:ext>
            </a:extLst>
          </p:cNvPr>
          <p:cNvPicPr>
            <a:picLocks noRot="1" noChangeAspect="1"/>
          </p:cNvPicPr>
          <p:nvPr>
            <a:videoFile r:link="rId1"/>
          </p:nvPr>
        </p:nvPicPr>
        <p:blipFill>
          <a:blip r:embed="rId5"/>
          <a:stretch>
            <a:fillRect/>
          </a:stretch>
        </p:blipFill>
        <p:spPr>
          <a:xfrm>
            <a:off x="279768" y="1828800"/>
            <a:ext cx="8483232" cy="4793026"/>
          </a:xfrm>
          <a:prstGeom prst="rect">
            <a:avLst/>
          </a:prstGeom>
        </p:spPr>
      </p:pic>
    </p:spTree>
    <p:extLst>
      <p:ext uri="{BB962C8B-B14F-4D97-AF65-F5344CB8AC3E}">
        <p14:creationId xmlns:p14="http://schemas.microsoft.com/office/powerpoint/2010/main" val="309329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01FE52A-12FB-4B67-80F4-E139FC6B24A4}"/>
              </a:ext>
            </a:extLst>
          </p:cNvPr>
          <p:cNvSpPr/>
          <p:nvPr/>
        </p:nvSpPr>
        <p:spPr bwMode="auto">
          <a:xfrm>
            <a:off x="0" y="6400800"/>
            <a:ext cx="22098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2" name="Title 1">
            <a:extLst>
              <a:ext uri="{FF2B5EF4-FFF2-40B4-BE49-F238E27FC236}">
                <a16:creationId xmlns:a16="http://schemas.microsoft.com/office/drawing/2014/main" id="{EE49D7C4-57C3-440C-824E-3F68AE969074}"/>
              </a:ext>
            </a:extLst>
          </p:cNvPr>
          <p:cNvSpPr>
            <a:spLocks noGrp="1"/>
          </p:cNvSpPr>
          <p:nvPr>
            <p:ph type="title"/>
          </p:nvPr>
        </p:nvSpPr>
        <p:spPr>
          <a:solidFill>
            <a:schemeClr val="bg2">
              <a:lumMod val="60000"/>
              <a:lumOff val="40000"/>
            </a:schemeClr>
          </a:solidFill>
        </p:spPr>
        <p:txBody>
          <a:bodyPr/>
          <a:lstStyle/>
          <a:p>
            <a:r>
              <a:rPr lang="en-US" dirty="0"/>
              <a:t>Thoughts on Leadership</a:t>
            </a:r>
          </a:p>
        </p:txBody>
      </p:sp>
      <p:sp>
        <p:nvSpPr>
          <p:cNvPr id="3" name="Content Placeholder 2">
            <a:extLst>
              <a:ext uri="{FF2B5EF4-FFF2-40B4-BE49-F238E27FC236}">
                <a16:creationId xmlns:a16="http://schemas.microsoft.com/office/drawing/2014/main" id="{E66ECDC7-9EB7-4CBC-9213-8EA1F87823CA}"/>
              </a:ext>
            </a:extLst>
          </p:cNvPr>
          <p:cNvSpPr>
            <a:spLocks noGrp="1"/>
          </p:cNvSpPr>
          <p:nvPr>
            <p:ph idx="1"/>
          </p:nvPr>
        </p:nvSpPr>
        <p:spPr>
          <a:xfrm>
            <a:off x="469105" y="1404257"/>
            <a:ext cx="8205788" cy="4233862"/>
          </a:xfrm>
        </p:spPr>
        <p:txBody>
          <a:bodyPr/>
          <a:lstStyle/>
          <a:p>
            <a:pPr marL="0" indent="0">
              <a:buNone/>
            </a:pPr>
            <a:r>
              <a:rPr lang="en-US" b="0" i="0" dirty="0">
                <a:effectLst/>
                <a:latin typeface="Roboto"/>
                <a:hlinkClick r:id="rId4"/>
              </a:rPr>
              <a:t>Leadership Explained in 5 minutes by Simon Sinek</a:t>
            </a:r>
            <a:r>
              <a:rPr lang="en-US" b="0" i="0" dirty="0">
                <a:effectLst/>
                <a:latin typeface="Roboto"/>
              </a:rPr>
              <a:t>  5:24</a:t>
            </a:r>
          </a:p>
          <a:p>
            <a:pPr marL="0" indent="0">
              <a:buNone/>
            </a:pPr>
            <a:endParaRPr lang="en-US" b="0" i="0" dirty="0">
              <a:effectLst/>
              <a:latin typeface="Roboto"/>
            </a:endParaRPr>
          </a:p>
          <a:p>
            <a:pPr marL="0" indent="0">
              <a:buNone/>
            </a:pPr>
            <a:endParaRPr lang="en-US" b="0" i="0" dirty="0">
              <a:effectLst/>
              <a:latin typeface="Roboto"/>
            </a:endParaRPr>
          </a:p>
          <a:p>
            <a:endParaRPr lang="en-US" dirty="0"/>
          </a:p>
        </p:txBody>
      </p:sp>
      <p:pic>
        <p:nvPicPr>
          <p:cNvPr id="5" name="Online Media 4" title="Leadership Explained in 5 minutes by Simon Sinek">
            <a:hlinkClick r:id="" action="ppaction://media"/>
            <a:extLst>
              <a:ext uri="{FF2B5EF4-FFF2-40B4-BE49-F238E27FC236}">
                <a16:creationId xmlns:a16="http://schemas.microsoft.com/office/drawing/2014/main" id="{ECDE92DD-2C55-4790-9370-7CB5183E14BB}"/>
              </a:ext>
            </a:extLst>
          </p:cNvPr>
          <p:cNvPicPr>
            <a:picLocks noRot="1" noChangeAspect="1"/>
          </p:cNvPicPr>
          <p:nvPr>
            <a:videoFile r:link="rId1"/>
          </p:nvPr>
        </p:nvPicPr>
        <p:blipFill>
          <a:blip r:embed="rId5"/>
          <a:stretch>
            <a:fillRect/>
          </a:stretch>
        </p:blipFill>
        <p:spPr>
          <a:xfrm>
            <a:off x="304800" y="1905000"/>
            <a:ext cx="8440669" cy="4768978"/>
          </a:xfrm>
          <a:prstGeom prst="rect">
            <a:avLst/>
          </a:prstGeom>
        </p:spPr>
      </p:pic>
    </p:spTree>
    <p:extLst>
      <p:ext uri="{BB962C8B-B14F-4D97-AF65-F5344CB8AC3E}">
        <p14:creationId xmlns:p14="http://schemas.microsoft.com/office/powerpoint/2010/main" val="2911027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4"/>
          <p:cNvSpPr>
            <a:spLocks noGrp="1" noChangeArrowheads="1"/>
          </p:cNvSpPr>
          <p:nvPr>
            <p:ph type="title"/>
          </p:nvPr>
        </p:nvSpPr>
        <p:spPr>
          <a:xfrm>
            <a:off x="189779" y="245269"/>
            <a:ext cx="8610600" cy="1066800"/>
          </a:xfrm>
          <a:solidFill>
            <a:schemeClr val="bg2">
              <a:lumMod val="60000"/>
              <a:lumOff val="40000"/>
            </a:schemeClr>
          </a:solidFill>
        </p:spPr>
        <p:txBody>
          <a:bodyPr/>
          <a:lstStyle/>
          <a:p>
            <a:r>
              <a:rPr lang="en-US" dirty="0"/>
              <a:t>Power and Leadership </a:t>
            </a:r>
          </a:p>
        </p:txBody>
      </p:sp>
      <p:sp>
        <p:nvSpPr>
          <p:cNvPr id="2" name="Content Placeholder 1"/>
          <p:cNvSpPr>
            <a:spLocks noGrp="1"/>
          </p:cNvSpPr>
          <p:nvPr>
            <p:ph idx="1"/>
          </p:nvPr>
        </p:nvSpPr>
        <p:spPr>
          <a:xfrm>
            <a:off x="211550" y="1524000"/>
            <a:ext cx="6204558" cy="4572000"/>
          </a:xfrm>
          <a:solidFill>
            <a:schemeClr val="bg2">
              <a:lumMod val="20000"/>
              <a:lumOff val="80000"/>
            </a:schemeClr>
          </a:solidFill>
          <a:effectLst>
            <a:softEdge rad="12700"/>
          </a:effectLst>
          <a:scene3d>
            <a:camera prst="orthographicFront"/>
            <a:lightRig rig="threePt" dir="t"/>
          </a:scene3d>
          <a:sp3d>
            <a:bevelT/>
          </a:sp3d>
        </p:spPr>
        <p:txBody>
          <a:bodyPr/>
          <a:lstStyle/>
          <a:p>
            <a:r>
              <a:rPr lang="en-US" dirty="0"/>
              <a:t>Power is the ability to produce an effect.</a:t>
            </a:r>
          </a:p>
          <a:p>
            <a:r>
              <a:rPr lang="en-US" dirty="0"/>
              <a:t>One’s perception of power determines the effect of power in an interpersonal relationship.</a:t>
            </a:r>
          </a:p>
          <a:p>
            <a:r>
              <a:rPr lang="en-US" dirty="0"/>
              <a:t>Effective leaders know when to exercise each of the five sources of power (including in combination).</a:t>
            </a:r>
          </a:p>
          <a:p>
            <a:r>
              <a:rPr lang="en-US" dirty="0"/>
              <a:t>Effective leaders tend to use more expert and referent power bases.</a:t>
            </a:r>
          </a:p>
          <a:p>
            <a:r>
              <a:rPr lang="en-US" dirty="0"/>
              <a:t>Salespeople </a:t>
            </a:r>
            <a:r>
              <a:rPr lang="en-US" i="1" dirty="0"/>
              <a:t>may </a:t>
            </a:r>
            <a:r>
              <a:rPr lang="en-US" dirty="0"/>
              <a:t>at times have more power than their managers.</a:t>
            </a:r>
          </a:p>
          <a:p>
            <a:endParaRPr lang="en-US" i="1" dirty="0"/>
          </a:p>
          <a:p>
            <a:endParaRPr lang="en-US" dirty="0"/>
          </a:p>
        </p:txBody>
      </p:sp>
      <p:pic>
        <p:nvPicPr>
          <p:cNvPr id="1026" name="Picture 2" descr="Free photo 3d modern background with hyperspace style design">
            <a:extLst>
              <a:ext uri="{FF2B5EF4-FFF2-40B4-BE49-F238E27FC236}">
                <a16:creationId xmlns:a16="http://schemas.microsoft.com/office/drawing/2014/main" id="{7886DD46-A28F-F0D1-0E9D-B11518945B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0076" y="4191000"/>
            <a:ext cx="2372374" cy="178117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pic>
        <p:nvPicPr>
          <p:cNvPr id="3" name="Picture 2" descr="Free photo 3d modern background with hyperspace style design">
            <a:extLst>
              <a:ext uri="{FF2B5EF4-FFF2-40B4-BE49-F238E27FC236}">
                <a16:creationId xmlns:a16="http://schemas.microsoft.com/office/drawing/2014/main" id="{B90169CE-D595-55CD-4BDA-8D0351DB5C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0076" y="1556657"/>
            <a:ext cx="2372374" cy="1781175"/>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320631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5B2915-15BB-42E6-B4FF-37D9C1F9A7E5}"/>
              </a:ext>
            </a:extLst>
          </p:cNvPr>
          <p:cNvSpPr/>
          <p:nvPr/>
        </p:nvSpPr>
        <p:spPr bwMode="auto">
          <a:xfrm>
            <a:off x="0" y="6400800"/>
            <a:ext cx="22098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2" name="Title 1">
            <a:extLst>
              <a:ext uri="{FF2B5EF4-FFF2-40B4-BE49-F238E27FC236}">
                <a16:creationId xmlns:a16="http://schemas.microsoft.com/office/drawing/2014/main" id="{9406D16A-5A16-428B-95C6-348D3E656741}"/>
              </a:ext>
            </a:extLst>
          </p:cNvPr>
          <p:cNvSpPr>
            <a:spLocks noGrp="1"/>
          </p:cNvSpPr>
          <p:nvPr>
            <p:ph type="title"/>
          </p:nvPr>
        </p:nvSpPr>
        <p:spPr>
          <a:xfrm>
            <a:off x="203994" y="76200"/>
            <a:ext cx="8610600" cy="1066800"/>
          </a:xfrm>
          <a:solidFill>
            <a:schemeClr val="bg2">
              <a:lumMod val="60000"/>
              <a:lumOff val="40000"/>
            </a:schemeClr>
          </a:solidFill>
        </p:spPr>
        <p:txBody>
          <a:bodyPr/>
          <a:lstStyle/>
          <a:p>
            <a:r>
              <a:rPr lang="en-US" dirty="0"/>
              <a:t>Power and Leadership </a:t>
            </a:r>
          </a:p>
        </p:txBody>
      </p:sp>
      <p:sp>
        <p:nvSpPr>
          <p:cNvPr id="3" name="Content Placeholder 2">
            <a:extLst>
              <a:ext uri="{FF2B5EF4-FFF2-40B4-BE49-F238E27FC236}">
                <a16:creationId xmlns:a16="http://schemas.microsoft.com/office/drawing/2014/main" id="{D3A4FA67-6B11-45B7-81F4-F245B6C37899}"/>
              </a:ext>
            </a:extLst>
          </p:cNvPr>
          <p:cNvSpPr>
            <a:spLocks noGrp="1"/>
          </p:cNvSpPr>
          <p:nvPr>
            <p:ph idx="1"/>
          </p:nvPr>
        </p:nvSpPr>
        <p:spPr>
          <a:xfrm>
            <a:off x="469106" y="1219200"/>
            <a:ext cx="8205788" cy="5410200"/>
          </a:xfrm>
          <a:solidFill>
            <a:schemeClr val="bg2">
              <a:lumMod val="20000"/>
              <a:lumOff val="80000"/>
            </a:schemeClr>
          </a:solidFill>
          <a:scene3d>
            <a:camera prst="orthographicFront"/>
            <a:lightRig rig="threePt" dir="t"/>
          </a:scene3d>
          <a:sp3d>
            <a:bevelT/>
          </a:sp3d>
        </p:spPr>
        <p:txBody>
          <a:bodyPr/>
          <a:lstStyle/>
          <a:p>
            <a:pPr marL="0" marR="0" lvl="0" indent="0">
              <a:spcBef>
                <a:spcPts val="0"/>
              </a:spcBef>
              <a:spcAft>
                <a:spcPts val="0"/>
              </a:spcAft>
              <a:buNone/>
              <a:tabLst>
                <a:tab pos="-685800" algn="l"/>
                <a:tab pos="342900" algn="l"/>
                <a:tab pos="571500" algn="l"/>
                <a:tab pos="800100" algn="l"/>
                <a:tab pos="1371600" algn="l"/>
              </a:tabLst>
            </a:pPr>
            <a:r>
              <a:rPr lang="en-US" sz="1800" b="1" dirty="0">
                <a:effectLst/>
                <a:ea typeface="Times New Roman" panose="02020603050405020304" pitchFamily="18" charset="0"/>
              </a:rPr>
              <a:t>EXPERT POWER</a:t>
            </a:r>
            <a:r>
              <a:rPr lang="en-US" sz="1800" dirty="0">
                <a:effectLst/>
                <a:ea typeface="Times New Roman" panose="02020603050405020304" pitchFamily="18" charset="0"/>
              </a:rPr>
              <a:t> ‑ This power is based on </a:t>
            </a:r>
            <a:r>
              <a:rPr lang="en-US" sz="1800" b="1" dirty="0">
                <a:effectLst/>
                <a:ea typeface="Times New Roman" panose="02020603050405020304" pitchFamily="18" charset="0"/>
              </a:rPr>
              <a:t>the belief that a person has valuable knowledge or skills in a given area</a:t>
            </a:r>
            <a:r>
              <a:rPr lang="en-US" sz="1800" dirty="0">
                <a:effectLst/>
                <a:ea typeface="Times New Roman" panose="02020603050405020304" pitchFamily="18" charset="0"/>
              </a:rPr>
              <a:t>.</a:t>
            </a:r>
          </a:p>
          <a:p>
            <a:pPr marL="0" marR="0" lvl="0" indent="0">
              <a:spcBef>
                <a:spcPts val="0"/>
              </a:spcBef>
              <a:spcAft>
                <a:spcPts val="0"/>
              </a:spcAft>
              <a:buNone/>
              <a:tabLst>
                <a:tab pos="-685800" algn="l"/>
                <a:tab pos="342900" algn="l"/>
                <a:tab pos="571500" algn="l"/>
                <a:tab pos="800100" algn="l"/>
                <a:tab pos="1371600" algn="l"/>
              </a:tabLst>
            </a:pPr>
            <a:endParaRPr lang="en-US" sz="1800" b="1" dirty="0">
              <a:effectLst/>
              <a:ea typeface="Times New Roman" panose="02020603050405020304" pitchFamily="18" charset="0"/>
            </a:endParaRPr>
          </a:p>
          <a:p>
            <a:pPr marL="0" marR="0" lvl="0" indent="0">
              <a:spcBef>
                <a:spcPts val="0"/>
              </a:spcBef>
              <a:spcAft>
                <a:spcPts val="0"/>
              </a:spcAft>
              <a:buNone/>
              <a:tabLst>
                <a:tab pos="-685800" algn="l"/>
                <a:tab pos="342900" algn="l"/>
                <a:tab pos="571500" algn="l"/>
                <a:tab pos="800100" algn="l"/>
                <a:tab pos="1371600" algn="l"/>
              </a:tabLst>
            </a:pPr>
            <a:r>
              <a:rPr lang="en-US" sz="1800" b="1" dirty="0">
                <a:effectLst/>
                <a:ea typeface="Times New Roman" panose="02020603050405020304" pitchFamily="18" charset="0"/>
              </a:rPr>
              <a:t>REFERENT POWER</a:t>
            </a:r>
            <a:r>
              <a:rPr lang="en-US" sz="1800" dirty="0">
                <a:effectLst/>
                <a:ea typeface="Times New Roman" panose="02020603050405020304" pitchFamily="18" charset="0"/>
              </a:rPr>
              <a:t> ‑ This power is based on the attractiveness of one party to another.  </a:t>
            </a:r>
            <a:r>
              <a:rPr lang="en-US" sz="1800" b="1" dirty="0">
                <a:effectLst/>
                <a:ea typeface="Times New Roman" panose="02020603050405020304" pitchFamily="18" charset="0"/>
              </a:rPr>
              <a:t>It may arise from friendship, role modeling, or perceived similarity of personal background or viewpoints</a:t>
            </a:r>
            <a:r>
              <a:rPr lang="en-US" sz="1800" dirty="0">
                <a:effectLst/>
                <a:ea typeface="Times New Roman" panose="02020603050405020304" pitchFamily="18" charset="0"/>
              </a:rPr>
              <a:t>. </a:t>
            </a:r>
          </a:p>
          <a:p>
            <a:pPr marL="0" marR="0" lvl="0" indent="0">
              <a:spcBef>
                <a:spcPts val="0"/>
              </a:spcBef>
              <a:spcAft>
                <a:spcPts val="0"/>
              </a:spcAft>
              <a:buNone/>
              <a:tabLst>
                <a:tab pos="-685800" algn="l"/>
                <a:tab pos="342900" algn="l"/>
                <a:tab pos="571500" algn="l"/>
                <a:tab pos="800100" algn="l"/>
                <a:tab pos="1371600" algn="l"/>
              </a:tabLst>
            </a:pPr>
            <a:endParaRPr lang="en-US" sz="1800" b="1" dirty="0">
              <a:ea typeface="Times New Roman" panose="02020603050405020304" pitchFamily="18" charset="0"/>
            </a:endParaRPr>
          </a:p>
          <a:p>
            <a:pPr marL="0" marR="0" lvl="0" indent="0">
              <a:spcBef>
                <a:spcPts val="0"/>
              </a:spcBef>
              <a:spcAft>
                <a:spcPts val="0"/>
              </a:spcAft>
              <a:buNone/>
              <a:tabLst>
                <a:tab pos="-685800" algn="l"/>
                <a:tab pos="342900" algn="l"/>
                <a:tab pos="571500" algn="l"/>
                <a:tab pos="800100" algn="l"/>
                <a:tab pos="1371600" algn="l"/>
              </a:tabLst>
            </a:pPr>
            <a:r>
              <a:rPr lang="en-US" sz="1800" b="1" dirty="0">
                <a:effectLst/>
                <a:ea typeface="Times New Roman" panose="02020603050405020304" pitchFamily="18" charset="0"/>
              </a:rPr>
              <a:t>LEGITIMATE POWER</a:t>
            </a:r>
            <a:r>
              <a:rPr lang="en-US" sz="1800" dirty="0">
                <a:effectLst/>
                <a:ea typeface="Times New Roman" panose="02020603050405020304" pitchFamily="18" charset="0"/>
              </a:rPr>
              <a:t> ‑ This power is </a:t>
            </a:r>
            <a:r>
              <a:rPr lang="en-US" sz="1800" b="1" dirty="0">
                <a:effectLst/>
                <a:ea typeface="Times New Roman" panose="02020603050405020304" pitchFamily="18" charset="0"/>
              </a:rPr>
              <a:t>associated with the right to be a leader, usually as a result of designated organizational roles</a:t>
            </a:r>
            <a:r>
              <a:rPr lang="en-US" sz="1800" dirty="0">
                <a:effectLst/>
                <a:ea typeface="Times New Roman" panose="02020603050405020304" pitchFamily="18" charset="0"/>
              </a:rPr>
              <a:t>.</a:t>
            </a:r>
          </a:p>
          <a:p>
            <a:pPr marL="0" marR="0" indent="0">
              <a:spcBef>
                <a:spcPts val="0"/>
              </a:spcBef>
              <a:spcAft>
                <a:spcPts val="0"/>
              </a:spcAft>
              <a:buNone/>
              <a:tabLst>
                <a:tab pos="-685800" algn="l"/>
                <a:tab pos="342900" algn="l"/>
                <a:tab pos="571500" algn="l"/>
                <a:tab pos="800100" algn="l"/>
                <a:tab pos="1371600" algn="l"/>
              </a:tabLst>
            </a:pPr>
            <a:endParaRPr lang="en-US" sz="1800" dirty="0">
              <a:effectLst/>
              <a:ea typeface="Times New Roman" panose="02020603050405020304" pitchFamily="18" charset="0"/>
            </a:endParaRPr>
          </a:p>
          <a:p>
            <a:pPr marL="0" marR="0" indent="0">
              <a:spcBef>
                <a:spcPts val="0"/>
              </a:spcBef>
              <a:spcAft>
                <a:spcPts val="0"/>
              </a:spcAft>
              <a:buNone/>
              <a:tabLst>
                <a:tab pos="-685800" algn="l"/>
                <a:tab pos="342900" algn="l"/>
                <a:tab pos="571500" algn="l"/>
                <a:tab pos="800100" algn="l"/>
                <a:tab pos="1371600" algn="l"/>
              </a:tabLst>
            </a:pPr>
            <a:r>
              <a:rPr lang="en-US" sz="1800" dirty="0">
                <a:effectLst/>
                <a:ea typeface="Times New Roman" panose="02020603050405020304" pitchFamily="18" charset="0"/>
              </a:rPr>
              <a:t>	</a:t>
            </a:r>
            <a:r>
              <a:rPr lang="en-US" sz="1800" b="1" dirty="0">
                <a:effectLst/>
                <a:ea typeface="Times New Roman" panose="02020603050405020304" pitchFamily="18" charset="0"/>
              </a:rPr>
              <a:t>REWARD POWER</a:t>
            </a:r>
            <a:r>
              <a:rPr lang="en-US" sz="1800" dirty="0">
                <a:effectLst/>
                <a:ea typeface="Times New Roman" panose="02020603050405020304" pitchFamily="18" charset="0"/>
              </a:rPr>
              <a:t> ‑ A power stemming from the </a:t>
            </a:r>
            <a:r>
              <a:rPr lang="en-US" sz="1800" b="1" dirty="0">
                <a:effectLst/>
                <a:ea typeface="Times New Roman" panose="02020603050405020304" pitchFamily="18" charset="0"/>
              </a:rPr>
              <a:t>ability of one party to reward the other party for a designated action</a:t>
            </a:r>
            <a:r>
              <a:rPr lang="en-US" sz="1800" dirty="0">
                <a:effectLst/>
                <a:ea typeface="Times New Roman" panose="02020603050405020304" pitchFamily="18" charset="0"/>
              </a:rPr>
              <a:t>.</a:t>
            </a:r>
          </a:p>
          <a:p>
            <a:pPr marL="0" marR="0" indent="0">
              <a:spcBef>
                <a:spcPts val="0"/>
              </a:spcBef>
              <a:spcAft>
                <a:spcPts val="0"/>
              </a:spcAft>
              <a:buNone/>
              <a:tabLst>
                <a:tab pos="-685800" algn="l"/>
                <a:tab pos="342900" algn="l"/>
                <a:tab pos="571500" algn="l"/>
                <a:tab pos="800100" algn="l"/>
                <a:tab pos="1371600" algn="l"/>
              </a:tabLst>
            </a:pPr>
            <a:endParaRPr lang="en-US" sz="1800" dirty="0">
              <a:effectLst/>
              <a:ea typeface="Times New Roman" panose="02020603050405020304" pitchFamily="18" charset="0"/>
            </a:endParaRPr>
          </a:p>
          <a:p>
            <a:pPr marL="0" marR="0" indent="0">
              <a:spcBef>
                <a:spcPts val="0"/>
              </a:spcBef>
              <a:spcAft>
                <a:spcPts val="0"/>
              </a:spcAft>
              <a:buNone/>
              <a:tabLst>
                <a:tab pos="-685800" algn="l"/>
                <a:tab pos="342900" algn="l"/>
                <a:tab pos="571500" algn="l"/>
                <a:tab pos="800100" algn="l"/>
                <a:tab pos="1371600" algn="l"/>
              </a:tabLst>
            </a:pPr>
            <a:r>
              <a:rPr lang="en-US" sz="1800" dirty="0">
                <a:effectLst/>
                <a:ea typeface="Times New Roman" panose="02020603050405020304" pitchFamily="18" charset="0"/>
              </a:rPr>
              <a:t>	</a:t>
            </a:r>
            <a:r>
              <a:rPr lang="en-US" sz="1800" b="1" dirty="0">
                <a:effectLst/>
                <a:ea typeface="Times New Roman" panose="02020603050405020304" pitchFamily="18" charset="0"/>
              </a:rPr>
              <a:t>COERCIVE POWER</a:t>
            </a:r>
            <a:r>
              <a:rPr lang="en-US" sz="1800" dirty="0">
                <a:effectLst/>
                <a:ea typeface="Times New Roman" panose="02020603050405020304" pitchFamily="18" charset="0"/>
              </a:rPr>
              <a:t> ‑ Power based on a </a:t>
            </a:r>
            <a:r>
              <a:rPr lang="en-US" sz="1800" b="1" dirty="0">
                <a:effectLst/>
                <a:ea typeface="Times New Roman" panose="02020603050405020304" pitchFamily="18" charset="0"/>
              </a:rPr>
              <a:t>belief that one party can remove rewards and provide punishment to affect behavior</a:t>
            </a:r>
            <a:r>
              <a:rPr lang="en-US" sz="1800" dirty="0">
                <a:effectLst/>
                <a:ea typeface="Times New Roman" panose="02020603050405020304" pitchFamily="18" charset="0"/>
              </a:rPr>
              <a:t>.</a:t>
            </a:r>
          </a:p>
          <a:p>
            <a:pPr marL="0" marR="0" indent="0">
              <a:spcBef>
                <a:spcPts val="0"/>
              </a:spcBef>
              <a:spcAft>
                <a:spcPts val="0"/>
              </a:spcAft>
              <a:buNone/>
              <a:tabLst>
                <a:tab pos="-685800" algn="l"/>
                <a:tab pos="342900" algn="l"/>
                <a:tab pos="571500" algn="l"/>
                <a:tab pos="800100" algn="l"/>
                <a:tab pos="1371600" algn="l"/>
              </a:tabLst>
            </a:pPr>
            <a:endParaRPr lang="en-US" sz="1800" b="1" dirty="0">
              <a:latin typeface="Arial" panose="020B0604020202020204" pitchFamily="34" charset="0"/>
              <a:ea typeface="Calibri" panose="020F0502020204030204" pitchFamily="34" charset="0"/>
            </a:endParaRPr>
          </a:p>
          <a:p>
            <a:pPr marL="0" marR="0" indent="0">
              <a:spcBef>
                <a:spcPts val="0"/>
              </a:spcBef>
              <a:spcAft>
                <a:spcPts val="0"/>
              </a:spcAft>
              <a:buNone/>
              <a:tabLst>
                <a:tab pos="-685800" algn="l"/>
                <a:tab pos="342900" algn="l"/>
                <a:tab pos="571500" algn="l"/>
                <a:tab pos="800100" algn="l"/>
                <a:tab pos="1371600" algn="l"/>
              </a:tabLst>
            </a:pPr>
            <a:r>
              <a:rPr lang="en-US" sz="1800" b="1" dirty="0">
                <a:effectLst/>
                <a:latin typeface="Arial" panose="020B0604020202020204" pitchFamily="34" charset="0"/>
                <a:ea typeface="Calibri" panose="020F0502020204030204" pitchFamily="34" charset="0"/>
              </a:rPr>
              <a:t>INFORMATIONAL POWER</a:t>
            </a:r>
            <a:r>
              <a:rPr lang="en-US" sz="1800" dirty="0">
                <a:effectLst/>
                <a:latin typeface="Arial" panose="020B0604020202020204" pitchFamily="34" charset="0"/>
                <a:ea typeface="Calibri" panose="020F0502020204030204" pitchFamily="34" charset="0"/>
              </a:rPr>
              <a:t> – </a:t>
            </a:r>
            <a:r>
              <a:rPr lang="en-US" sz="1800" dirty="0">
                <a:ea typeface="Calibri" panose="020F0502020204030204" pitchFamily="34" charset="0"/>
              </a:rPr>
              <a:t>Power </a:t>
            </a:r>
            <a:r>
              <a:rPr lang="en-US" sz="1800" dirty="0">
                <a:effectLst/>
                <a:latin typeface="Arial" panose="020B0604020202020204" pitchFamily="34" charset="0"/>
                <a:ea typeface="Calibri" panose="020F0502020204030204" pitchFamily="34" charset="0"/>
              </a:rPr>
              <a:t>based on the </a:t>
            </a:r>
            <a:r>
              <a:rPr lang="en-US" sz="1800" b="1" dirty="0">
                <a:effectLst/>
                <a:latin typeface="Arial" panose="020B0604020202020204" pitchFamily="34" charset="0"/>
                <a:ea typeface="Calibri" panose="020F0502020204030204" pitchFamily="34" charset="0"/>
              </a:rPr>
              <a:t>belief that an individual has control over valuable information that others need or want</a:t>
            </a:r>
            <a:r>
              <a:rPr lang="en-US" sz="1800" dirty="0">
                <a:effectLst/>
                <a:latin typeface="Arial" panose="020B0604020202020204" pitchFamily="34" charset="0"/>
                <a:ea typeface="Calibri" panose="020F0502020204030204" pitchFamily="34" charset="0"/>
              </a:rPr>
              <a:t>. The threat to withhold the information or the offer to share it gives the leader power. </a:t>
            </a:r>
            <a:endParaRPr lang="en-US" sz="1800" dirty="0">
              <a:effectLst/>
              <a:ea typeface="Times New Roman" panose="02020603050405020304" pitchFamily="18" charset="0"/>
            </a:endParaRPr>
          </a:p>
          <a:p>
            <a:pPr marL="0" marR="0">
              <a:spcBef>
                <a:spcPts val="0"/>
              </a:spcBef>
              <a:spcAft>
                <a:spcPts val="0"/>
              </a:spcAft>
              <a:tabLst>
                <a:tab pos="-685800" algn="l"/>
                <a:tab pos="342900" algn="l"/>
                <a:tab pos="571500" algn="l"/>
                <a:tab pos="800100" algn="l"/>
                <a:tab pos="1371600" algn="l"/>
              </a:tabLst>
            </a:pP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79150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4"/>
          <p:cNvSpPr>
            <a:spLocks noGrp="1" noChangeArrowheads="1"/>
          </p:cNvSpPr>
          <p:nvPr>
            <p:ph type="title"/>
          </p:nvPr>
        </p:nvSpPr>
        <p:spPr>
          <a:solidFill>
            <a:schemeClr val="bg2">
              <a:lumMod val="60000"/>
              <a:lumOff val="40000"/>
            </a:schemeClr>
          </a:solidFill>
        </p:spPr>
        <p:txBody>
          <a:bodyPr/>
          <a:lstStyle/>
          <a:p>
            <a:r>
              <a:rPr lang="en-US" dirty="0"/>
              <a:t>Sales Leadership Influence Strategies</a:t>
            </a:r>
            <a:endParaRPr lang="en-US" sz="2800" dirty="0">
              <a:solidFill>
                <a:schemeClr val="accent2"/>
              </a:solidFill>
            </a:endParaRP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 r="232"/>
          <a:stretch/>
        </p:blipFill>
        <p:spPr bwMode="auto">
          <a:xfrm>
            <a:off x="-1" y="2057399"/>
            <a:ext cx="5508171" cy="3171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descr="Photo businessman shouting orders at a worker on background">
            <a:extLst>
              <a:ext uri="{FF2B5EF4-FFF2-40B4-BE49-F238E27FC236}">
                <a16:creationId xmlns:a16="http://schemas.microsoft.com/office/drawing/2014/main" id="{ACE77053-CED3-425B-5DFD-FA16C5780A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5124" y="5229394"/>
            <a:ext cx="2240676" cy="1628606"/>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843731F-5A58-45E1-9216-5DDB422AE0D0}"/>
              </a:ext>
            </a:extLst>
          </p:cNvPr>
          <p:cNvSpPr txBox="1"/>
          <p:nvPr/>
        </p:nvSpPr>
        <p:spPr>
          <a:xfrm>
            <a:off x="5486400" y="2159773"/>
            <a:ext cx="2404889" cy="400110"/>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Typically “last resort”</a:t>
            </a:r>
          </a:p>
        </p:txBody>
      </p:sp>
      <p:sp>
        <p:nvSpPr>
          <p:cNvPr id="9" name="TextBox 8">
            <a:extLst>
              <a:ext uri="{FF2B5EF4-FFF2-40B4-BE49-F238E27FC236}">
                <a16:creationId xmlns:a16="http://schemas.microsoft.com/office/drawing/2014/main" id="{045712D7-1C43-4DA5-BAF8-E41A63931BEA}"/>
              </a:ext>
            </a:extLst>
          </p:cNvPr>
          <p:cNvSpPr txBox="1"/>
          <p:nvPr/>
        </p:nvSpPr>
        <p:spPr>
          <a:xfrm>
            <a:off x="5522922" y="2800290"/>
            <a:ext cx="3248838" cy="400110"/>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Influence based on a promise</a:t>
            </a:r>
          </a:p>
        </p:txBody>
      </p:sp>
      <p:sp>
        <p:nvSpPr>
          <p:cNvPr id="10" name="TextBox 9">
            <a:extLst>
              <a:ext uri="{FF2B5EF4-FFF2-40B4-BE49-F238E27FC236}">
                <a16:creationId xmlns:a16="http://schemas.microsoft.com/office/drawing/2014/main" id="{AA54FD4D-98DA-497D-B021-465D11A83E27}"/>
              </a:ext>
            </a:extLst>
          </p:cNvPr>
          <p:cNvSpPr txBox="1"/>
          <p:nvPr/>
        </p:nvSpPr>
        <p:spPr>
          <a:xfrm>
            <a:off x="5514162" y="3333690"/>
            <a:ext cx="3256661" cy="400110"/>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Convincing of the importance</a:t>
            </a:r>
          </a:p>
        </p:txBody>
      </p:sp>
      <p:sp>
        <p:nvSpPr>
          <p:cNvPr id="11" name="TextBox 10">
            <a:extLst>
              <a:ext uri="{FF2B5EF4-FFF2-40B4-BE49-F238E27FC236}">
                <a16:creationId xmlns:a16="http://schemas.microsoft.com/office/drawing/2014/main" id="{00A75659-1A80-4325-8FEF-26088A4837A6}"/>
              </a:ext>
            </a:extLst>
          </p:cNvPr>
          <p:cNvSpPr txBox="1"/>
          <p:nvPr/>
        </p:nvSpPr>
        <p:spPr>
          <a:xfrm>
            <a:off x="5562600" y="3962400"/>
            <a:ext cx="2784993" cy="400110"/>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Trust; friendship; respect</a:t>
            </a:r>
          </a:p>
        </p:txBody>
      </p:sp>
      <p:sp>
        <p:nvSpPr>
          <p:cNvPr id="12" name="TextBox 11">
            <a:extLst>
              <a:ext uri="{FF2B5EF4-FFF2-40B4-BE49-F238E27FC236}">
                <a16:creationId xmlns:a16="http://schemas.microsoft.com/office/drawing/2014/main" id="{C07B1C63-EAF4-4417-A2E3-6C66E00C808E}"/>
              </a:ext>
            </a:extLst>
          </p:cNvPr>
          <p:cNvSpPr txBox="1"/>
          <p:nvPr/>
        </p:nvSpPr>
        <p:spPr>
          <a:xfrm>
            <a:off x="5562600" y="4572000"/>
            <a:ext cx="3751796" cy="400110"/>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Truth twisting; behind the scenes</a:t>
            </a:r>
          </a:p>
        </p:txBody>
      </p:sp>
    </p:spTree>
    <p:extLst>
      <p:ext uri="{BB962C8B-B14F-4D97-AF65-F5344CB8AC3E}">
        <p14:creationId xmlns:p14="http://schemas.microsoft.com/office/powerpoint/2010/main" val="363343222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A9248BC-4E73-4E41-86F0-E3DE3325AD9E}"/>
              </a:ext>
            </a:extLst>
          </p:cNvPr>
          <p:cNvSpPr/>
          <p:nvPr/>
        </p:nvSpPr>
        <p:spPr bwMode="auto">
          <a:xfrm>
            <a:off x="0" y="6400800"/>
            <a:ext cx="20574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2" name="Title 1">
            <a:extLst>
              <a:ext uri="{FF2B5EF4-FFF2-40B4-BE49-F238E27FC236}">
                <a16:creationId xmlns:a16="http://schemas.microsoft.com/office/drawing/2014/main" id="{E454C53A-F1BE-46FC-AC66-0ED50B02D73F}"/>
              </a:ext>
            </a:extLst>
          </p:cNvPr>
          <p:cNvSpPr>
            <a:spLocks noGrp="1"/>
          </p:cNvSpPr>
          <p:nvPr>
            <p:ph type="title"/>
          </p:nvPr>
        </p:nvSpPr>
        <p:spPr>
          <a:xfrm>
            <a:off x="266700" y="21771"/>
            <a:ext cx="8610600" cy="1066800"/>
          </a:xfrm>
          <a:solidFill>
            <a:schemeClr val="bg2">
              <a:lumMod val="60000"/>
              <a:lumOff val="40000"/>
            </a:schemeClr>
          </a:solidFill>
        </p:spPr>
        <p:txBody>
          <a:bodyPr/>
          <a:lstStyle/>
          <a:p>
            <a:r>
              <a:rPr lang="en-US" dirty="0"/>
              <a:t>Sales Leadership Influence Strategies</a:t>
            </a:r>
          </a:p>
        </p:txBody>
      </p:sp>
      <p:sp>
        <p:nvSpPr>
          <p:cNvPr id="3" name="Content Placeholder 2">
            <a:extLst>
              <a:ext uri="{FF2B5EF4-FFF2-40B4-BE49-F238E27FC236}">
                <a16:creationId xmlns:a16="http://schemas.microsoft.com/office/drawing/2014/main" id="{06745E9D-5C37-4715-9333-77CDA9F36E2E}"/>
              </a:ext>
            </a:extLst>
          </p:cNvPr>
          <p:cNvSpPr>
            <a:spLocks noGrp="1"/>
          </p:cNvSpPr>
          <p:nvPr>
            <p:ph idx="1"/>
          </p:nvPr>
        </p:nvSpPr>
        <p:spPr>
          <a:xfrm>
            <a:off x="196453" y="1219200"/>
            <a:ext cx="8751094" cy="5486400"/>
          </a:xfrm>
          <a:solidFill>
            <a:schemeClr val="bg2">
              <a:lumMod val="20000"/>
              <a:lumOff val="80000"/>
            </a:schemeClr>
          </a:solidFill>
          <a:scene3d>
            <a:camera prst="orthographicFront"/>
            <a:lightRig rig="threePt" dir="t"/>
          </a:scene3d>
          <a:sp3d>
            <a:bevelT/>
          </a:sp3d>
        </p:spPr>
        <p:txBody>
          <a:bodyPr/>
          <a:lstStyle/>
          <a:p>
            <a:pPr marL="0" indent="0">
              <a:spcBef>
                <a:spcPts val="0"/>
              </a:spcBef>
              <a:buNone/>
            </a:pPr>
            <a:r>
              <a:rPr lang="en-US" sz="1800" b="1" dirty="0"/>
              <a:t>THREATS</a:t>
            </a:r>
            <a:r>
              <a:rPr lang="en-US" sz="1800" dirty="0"/>
              <a:t>   This influence strategy is based on threats.  A manager would specify both the desired behavior and the punishment that would be forthcoming if the behavior is not achieved.  </a:t>
            </a:r>
          </a:p>
          <a:p>
            <a:pPr marL="0" indent="0">
              <a:spcBef>
                <a:spcPts val="0"/>
              </a:spcBef>
              <a:buNone/>
            </a:pPr>
            <a:endParaRPr lang="en-US" sz="1800" dirty="0"/>
          </a:p>
          <a:p>
            <a:pPr marL="0" indent="0">
              <a:spcBef>
                <a:spcPts val="0"/>
              </a:spcBef>
              <a:buNone/>
            </a:pPr>
            <a:r>
              <a:rPr lang="en-US" sz="1800" b="1" dirty="0"/>
              <a:t>PROMISES</a:t>
            </a:r>
            <a:r>
              <a:rPr lang="en-US" sz="1800" dirty="0"/>
              <a:t>   This influence strategy utilizes reward power, the manager's ability to reward for a designated action.</a:t>
            </a:r>
          </a:p>
          <a:p>
            <a:pPr marL="0" indent="0">
              <a:spcBef>
                <a:spcPts val="0"/>
              </a:spcBef>
              <a:buNone/>
            </a:pPr>
            <a:endParaRPr lang="en-US" sz="1800" dirty="0"/>
          </a:p>
          <a:p>
            <a:pPr marL="0" indent="0">
              <a:spcBef>
                <a:spcPts val="0"/>
              </a:spcBef>
              <a:buNone/>
            </a:pPr>
            <a:r>
              <a:rPr lang="en-US" sz="1800" b="1" dirty="0"/>
              <a:t>PERSUASION</a:t>
            </a:r>
            <a:r>
              <a:rPr lang="en-US" sz="1800" dirty="0"/>
              <a:t>   A sales manager's persuasive messages must be both rational and reasonable and require both time and skill to be effective.  The sales manager needs both expert and referent power bases in order to be persuasive.  </a:t>
            </a:r>
          </a:p>
          <a:p>
            <a:pPr marL="0" indent="0">
              <a:spcBef>
                <a:spcPts val="0"/>
              </a:spcBef>
              <a:buNone/>
            </a:pPr>
            <a:r>
              <a:rPr lang="en-US" sz="1800" dirty="0"/>
              <a:t> 	</a:t>
            </a:r>
          </a:p>
          <a:p>
            <a:pPr marL="0" indent="0">
              <a:spcBef>
                <a:spcPts val="0"/>
              </a:spcBef>
              <a:buNone/>
            </a:pPr>
            <a:r>
              <a:rPr lang="en-US" sz="1800" b="1" dirty="0"/>
              <a:t>RELATIONSHIPS</a:t>
            </a:r>
            <a:r>
              <a:rPr lang="en-US" sz="1800" dirty="0"/>
              <a:t>   When a sales manager is personally liked, trusted, admired, or respected by someone, that person is willing to do what the manager asks because of this relationship.  Also, the position as manager will influence others to do as asked without the use of other types of influence mechanisms.  </a:t>
            </a:r>
          </a:p>
          <a:p>
            <a:pPr marL="0" indent="0">
              <a:spcBef>
                <a:spcPts val="0"/>
              </a:spcBef>
              <a:buNone/>
            </a:pPr>
            <a:endParaRPr lang="en-US" sz="1800" dirty="0"/>
          </a:p>
          <a:p>
            <a:pPr marL="0" indent="0">
              <a:spcBef>
                <a:spcPts val="0"/>
              </a:spcBef>
              <a:buNone/>
            </a:pPr>
            <a:r>
              <a:rPr lang="en-US" sz="1800" b="1" dirty="0"/>
              <a:t>MANIPULATION</a:t>
            </a:r>
            <a:r>
              <a:rPr lang="en-US" sz="1800" dirty="0"/>
              <a:t>   This influence strategy does not involve direct communication with the target of influence.  Instead, the sales manager uses circumstances to influence behavior.  </a:t>
            </a:r>
          </a:p>
        </p:txBody>
      </p:sp>
    </p:spTree>
    <p:extLst>
      <p:ext uri="{BB962C8B-B14F-4D97-AF65-F5344CB8AC3E}">
        <p14:creationId xmlns:p14="http://schemas.microsoft.com/office/powerpoint/2010/main" val="1748691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63C4A-7D7C-4870-A4C0-986078125A8B}"/>
              </a:ext>
            </a:extLst>
          </p:cNvPr>
          <p:cNvSpPr>
            <a:spLocks noGrp="1"/>
          </p:cNvSpPr>
          <p:nvPr>
            <p:ph type="title"/>
          </p:nvPr>
        </p:nvSpPr>
        <p:spPr>
          <a:solidFill>
            <a:schemeClr val="bg2">
              <a:lumMod val="60000"/>
              <a:lumOff val="40000"/>
            </a:schemeClr>
          </a:solidFill>
        </p:spPr>
        <p:txBody>
          <a:bodyPr/>
          <a:lstStyle/>
          <a:p>
            <a:r>
              <a:rPr lang="en-US" dirty="0">
                <a:solidFill>
                  <a:srgbClr val="FF0000"/>
                </a:solidFill>
              </a:rPr>
              <a:t>Power and Influence in Action</a:t>
            </a:r>
          </a:p>
        </p:txBody>
      </p:sp>
      <p:sp>
        <p:nvSpPr>
          <p:cNvPr id="3" name="Content Placeholder 2">
            <a:extLst>
              <a:ext uri="{FF2B5EF4-FFF2-40B4-BE49-F238E27FC236}">
                <a16:creationId xmlns:a16="http://schemas.microsoft.com/office/drawing/2014/main" id="{415B7A22-2F4E-4722-9E2D-14C73A589803}"/>
              </a:ext>
            </a:extLst>
          </p:cNvPr>
          <p:cNvSpPr>
            <a:spLocks noGrp="1"/>
          </p:cNvSpPr>
          <p:nvPr>
            <p:ph idx="1"/>
          </p:nvPr>
        </p:nvSpPr>
        <p:spPr/>
        <p:txBody>
          <a:bodyPr/>
          <a:lstStyle/>
          <a:p>
            <a:r>
              <a:rPr lang="en-US" dirty="0">
                <a:solidFill>
                  <a:srgbClr val="FF0000"/>
                </a:solidFill>
              </a:rPr>
              <a:t>What kind of power and influence strategies did your </a:t>
            </a:r>
            <a:r>
              <a:rPr lang="en-US" b="1" dirty="0">
                <a:solidFill>
                  <a:srgbClr val="FF0000"/>
                </a:solidFill>
              </a:rPr>
              <a:t>good</a:t>
            </a:r>
            <a:r>
              <a:rPr lang="en-US" dirty="0">
                <a:solidFill>
                  <a:srgbClr val="FF0000"/>
                </a:solidFill>
              </a:rPr>
              <a:t> manager use? </a:t>
            </a:r>
          </a:p>
          <a:p>
            <a:r>
              <a:rPr lang="en-US" dirty="0">
                <a:solidFill>
                  <a:srgbClr val="FF0000"/>
                </a:solidFill>
              </a:rPr>
              <a:t>What kind of power and influence strategies did your </a:t>
            </a:r>
            <a:r>
              <a:rPr lang="en-US" b="1" dirty="0">
                <a:solidFill>
                  <a:srgbClr val="FF0000"/>
                </a:solidFill>
              </a:rPr>
              <a:t>bad</a:t>
            </a:r>
            <a:r>
              <a:rPr lang="en-US" dirty="0">
                <a:solidFill>
                  <a:srgbClr val="FF0000"/>
                </a:solidFill>
              </a:rPr>
              <a:t> manager use? </a:t>
            </a:r>
          </a:p>
        </p:txBody>
      </p:sp>
    </p:spTree>
    <p:extLst>
      <p:ext uri="{BB962C8B-B14F-4D97-AF65-F5344CB8AC3E}">
        <p14:creationId xmlns:p14="http://schemas.microsoft.com/office/powerpoint/2010/main" val="796426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311DCFC-6C21-4998-9464-55CED485B905}"/>
              </a:ext>
            </a:extLst>
          </p:cNvPr>
          <p:cNvSpPr/>
          <p:nvPr/>
        </p:nvSpPr>
        <p:spPr bwMode="auto">
          <a:xfrm>
            <a:off x="0" y="6400800"/>
            <a:ext cx="20574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2" name="Title 1">
            <a:extLst>
              <a:ext uri="{FF2B5EF4-FFF2-40B4-BE49-F238E27FC236}">
                <a16:creationId xmlns:a16="http://schemas.microsoft.com/office/drawing/2014/main" id="{D9C840BE-07F4-457E-9722-DD4B5CF5E412}"/>
              </a:ext>
            </a:extLst>
          </p:cNvPr>
          <p:cNvSpPr>
            <a:spLocks noGrp="1"/>
          </p:cNvSpPr>
          <p:nvPr>
            <p:ph type="title"/>
          </p:nvPr>
        </p:nvSpPr>
        <p:spPr>
          <a:xfrm>
            <a:off x="266700" y="0"/>
            <a:ext cx="8610600" cy="1066800"/>
          </a:xfrm>
          <a:solidFill>
            <a:schemeClr val="bg2">
              <a:lumMod val="60000"/>
              <a:lumOff val="40000"/>
            </a:schemeClr>
          </a:solidFill>
        </p:spPr>
        <p:txBody>
          <a:bodyPr/>
          <a:lstStyle/>
          <a:p>
            <a:r>
              <a:rPr lang="en-US" sz="3200" dirty="0"/>
              <a:t>How Sales Managers Can Develop Power</a:t>
            </a:r>
          </a:p>
        </p:txBody>
      </p:sp>
      <p:sp>
        <p:nvSpPr>
          <p:cNvPr id="3" name="Content Placeholder 2">
            <a:extLst>
              <a:ext uri="{FF2B5EF4-FFF2-40B4-BE49-F238E27FC236}">
                <a16:creationId xmlns:a16="http://schemas.microsoft.com/office/drawing/2014/main" id="{57334259-A445-4368-B9C0-D3E4CB6F7003}"/>
              </a:ext>
            </a:extLst>
          </p:cNvPr>
          <p:cNvSpPr>
            <a:spLocks noGrp="1"/>
          </p:cNvSpPr>
          <p:nvPr>
            <p:ph idx="1"/>
          </p:nvPr>
        </p:nvSpPr>
        <p:spPr>
          <a:xfrm>
            <a:off x="546100" y="1066800"/>
            <a:ext cx="8051800" cy="5410200"/>
          </a:xfrm>
          <a:solidFill>
            <a:schemeClr val="bg2">
              <a:lumMod val="20000"/>
              <a:lumOff val="80000"/>
            </a:schemeClr>
          </a:solidFill>
          <a:scene3d>
            <a:camera prst="orthographicFront"/>
            <a:lightRig rig="threePt" dir="t"/>
          </a:scene3d>
          <a:sp3d>
            <a:bevelT/>
          </a:sp3d>
        </p:spPr>
        <p:txBody>
          <a:bodyPr/>
          <a:lstStyle/>
          <a:p>
            <a:pPr lvl="0"/>
            <a:r>
              <a:rPr lang="en-US" sz="1900" dirty="0"/>
              <a:t>Listen to your sales team’s wants, needs, and dreams and help them achieve them.</a:t>
            </a:r>
          </a:p>
          <a:p>
            <a:pPr lvl="0"/>
            <a:r>
              <a:rPr lang="en-US" sz="1900" dirty="0"/>
              <a:t>Be versatile and adapt to different situations.</a:t>
            </a:r>
          </a:p>
          <a:p>
            <a:pPr lvl="0"/>
            <a:r>
              <a:rPr lang="en-US" sz="1900" dirty="0"/>
              <a:t>Discover how your behavior differs when you are busy and avoid any of these behaviors that are negative.</a:t>
            </a:r>
          </a:p>
          <a:p>
            <a:pPr lvl="0"/>
            <a:r>
              <a:rPr lang="en-US" sz="1900" dirty="0"/>
              <a:t>Learn what invigorates other people and adapt how you work with them to influence that energy.</a:t>
            </a:r>
          </a:p>
          <a:p>
            <a:pPr lvl="0"/>
            <a:r>
              <a:rPr lang="en-US" sz="1900" dirty="0"/>
              <a:t>Earn others’ trust by being authentic.</a:t>
            </a:r>
          </a:p>
          <a:p>
            <a:pPr marL="292100" marR="0" lvl="0" indent="-292100" algn="l" defTabSz="914400" rtl="0" eaLnBrk="1" fontAlgn="base" latinLnBrk="0" hangingPunct="1">
              <a:lnSpc>
                <a:spcPct val="100000"/>
              </a:lnSpc>
              <a:spcBef>
                <a:spcPct val="20000"/>
              </a:spcBef>
              <a:spcAft>
                <a:spcPct val="0"/>
              </a:spcAft>
              <a:buClr>
                <a:srgbClr val="0A57A5"/>
              </a:buClr>
              <a:buSzTx/>
              <a:buFontTx/>
              <a:buChar char="•"/>
              <a:tabLst/>
              <a:defRPr/>
            </a:pPr>
            <a:r>
              <a:rPr lang="en-US" sz="1900" dirty="0"/>
              <a:t>Develop strong relationships with important people in your organization; develop your political skill. </a:t>
            </a:r>
          </a:p>
          <a:p>
            <a:pPr marL="292100" marR="0" lvl="0" indent="-292100" algn="l" defTabSz="914400" rtl="0" eaLnBrk="1" fontAlgn="base" latinLnBrk="0" hangingPunct="1">
              <a:lnSpc>
                <a:spcPct val="100000"/>
              </a:lnSpc>
              <a:spcBef>
                <a:spcPct val="20000"/>
              </a:spcBef>
              <a:spcAft>
                <a:spcPct val="0"/>
              </a:spcAft>
              <a:buClr>
                <a:srgbClr val="0A57A5"/>
              </a:buClr>
              <a:buSzTx/>
              <a:buFontTx/>
              <a:buChar char="•"/>
              <a:tabLst/>
              <a:defRPr/>
            </a:pPr>
            <a:r>
              <a:rPr kumimoji="0" lang="en-US" sz="1900" b="0" i="0" u="none" strike="noStrike" kern="1200" cap="none" spc="0" normalizeH="0" baseline="0" noProof="0" dirty="0">
                <a:ln>
                  <a:noFill/>
                </a:ln>
                <a:solidFill>
                  <a:srgbClr val="11147D"/>
                </a:solidFill>
                <a:effectLst/>
                <a:uLnTx/>
                <a:uFillTx/>
                <a:latin typeface="Arial" panose="020B0604020202020204" pitchFamily="34" charset="0"/>
                <a:ea typeface="+mn-ea"/>
                <a:cs typeface="Arial" panose="020B0604020202020204" pitchFamily="34" charset="0"/>
              </a:rPr>
              <a:t>Demonstrate empathy towards others.</a:t>
            </a:r>
          </a:p>
          <a:p>
            <a:pPr marL="292100" marR="0" lvl="0" indent="-292100" algn="l" defTabSz="914400" rtl="0" eaLnBrk="1" fontAlgn="base" latinLnBrk="0" hangingPunct="1">
              <a:lnSpc>
                <a:spcPct val="100000"/>
              </a:lnSpc>
              <a:spcBef>
                <a:spcPct val="20000"/>
              </a:spcBef>
              <a:spcAft>
                <a:spcPct val="0"/>
              </a:spcAft>
              <a:buClr>
                <a:srgbClr val="0A57A5"/>
              </a:buClr>
              <a:buSzTx/>
              <a:buFontTx/>
              <a:buChar char="•"/>
              <a:tabLst/>
              <a:defRPr/>
            </a:pPr>
            <a:r>
              <a:rPr kumimoji="0" lang="en-US" sz="1900" b="0" i="0" u="none" strike="noStrike" kern="1200" cap="none" spc="0" normalizeH="0" baseline="0" noProof="0" dirty="0">
                <a:ln>
                  <a:noFill/>
                </a:ln>
                <a:solidFill>
                  <a:srgbClr val="11147D"/>
                </a:solidFill>
                <a:effectLst/>
                <a:uLnTx/>
                <a:uFillTx/>
                <a:latin typeface="Arial" panose="020B0604020202020204" pitchFamily="34" charset="0"/>
                <a:ea typeface="+mn-ea"/>
                <a:cs typeface="Arial" panose="020B0604020202020204" pitchFamily="34" charset="0"/>
              </a:rPr>
              <a:t>Exhibit energy and enthusiasm.</a:t>
            </a:r>
          </a:p>
          <a:p>
            <a:pPr marL="292100" marR="0" lvl="0" indent="-292100" algn="l" defTabSz="914400" rtl="0" eaLnBrk="1" fontAlgn="base" latinLnBrk="0" hangingPunct="1">
              <a:lnSpc>
                <a:spcPct val="100000"/>
              </a:lnSpc>
              <a:spcBef>
                <a:spcPct val="20000"/>
              </a:spcBef>
              <a:spcAft>
                <a:spcPct val="0"/>
              </a:spcAft>
              <a:buClr>
                <a:srgbClr val="0A57A5"/>
              </a:buClr>
              <a:buSzTx/>
              <a:buFontTx/>
              <a:buChar char="•"/>
              <a:tabLst/>
              <a:defRPr/>
            </a:pPr>
            <a:r>
              <a:rPr kumimoji="0" lang="en-US" sz="1900" b="0" i="0" u="none" strike="noStrike" kern="1200" cap="none" spc="0" normalizeH="0" baseline="0" noProof="0" dirty="0">
                <a:ln>
                  <a:noFill/>
                </a:ln>
                <a:solidFill>
                  <a:srgbClr val="11147D"/>
                </a:solidFill>
                <a:effectLst/>
                <a:uLnTx/>
                <a:uFillTx/>
                <a:latin typeface="Arial" panose="020B0604020202020204" pitchFamily="34" charset="0"/>
                <a:ea typeface="+mn-ea"/>
                <a:cs typeface="Arial" panose="020B0604020202020204" pitchFamily="34" charset="0"/>
              </a:rPr>
              <a:t>Secure support of upper management for sales management programs and activities.</a:t>
            </a:r>
          </a:p>
          <a:p>
            <a:pPr marL="292100" marR="0" lvl="0" indent="-292100" algn="l" defTabSz="914400" rtl="0" eaLnBrk="1" fontAlgn="base" latinLnBrk="0" hangingPunct="1">
              <a:lnSpc>
                <a:spcPct val="100000"/>
              </a:lnSpc>
              <a:spcBef>
                <a:spcPct val="20000"/>
              </a:spcBef>
              <a:spcAft>
                <a:spcPct val="0"/>
              </a:spcAft>
              <a:buClr>
                <a:srgbClr val="0A57A5"/>
              </a:buClr>
              <a:buSzTx/>
              <a:buFontTx/>
              <a:buChar char="•"/>
              <a:tabLst/>
              <a:defRPr/>
            </a:pPr>
            <a:r>
              <a:rPr kumimoji="0" lang="en-US" sz="1900" b="0" i="0" u="none" strike="noStrike" kern="1200" cap="none" spc="0" normalizeH="0" baseline="0" noProof="0" dirty="0">
                <a:ln>
                  <a:noFill/>
                </a:ln>
                <a:solidFill>
                  <a:srgbClr val="11147D"/>
                </a:solidFill>
                <a:effectLst/>
                <a:uLnTx/>
                <a:uFillTx/>
                <a:latin typeface="Arial" panose="020B0604020202020204" pitchFamily="34" charset="0"/>
                <a:ea typeface="+mn-ea"/>
                <a:cs typeface="Arial" panose="020B0604020202020204" pitchFamily="34" charset="0"/>
              </a:rPr>
              <a:t>Use one-on-one meetings to motivate salespeople.</a:t>
            </a:r>
          </a:p>
          <a:p>
            <a:pPr marL="292100" marR="0" lvl="0" indent="-292100" algn="l" defTabSz="914400" rtl="0" eaLnBrk="1" fontAlgn="base" latinLnBrk="0" hangingPunct="1">
              <a:lnSpc>
                <a:spcPct val="100000"/>
              </a:lnSpc>
              <a:spcBef>
                <a:spcPct val="20000"/>
              </a:spcBef>
              <a:spcAft>
                <a:spcPct val="0"/>
              </a:spcAft>
              <a:buClr>
                <a:srgbClr val="0A57A5"/>
              </a:buClr>
              <a:buSzTx/>
              <a:buFontTx/>
              <a:buChar char="•"/>
              <a:tabLst/>
              <a:defRPr/>
            </a:pPr>
            <a:r>
              <a:rPr kumimoji="0" lang="en-US" sz="1900" b="0" i="0" u="none" strike="noStrike" kern="1200" cap="none" spc="0" normalizeH="0" baseline="0" noProof="0" dirty="0">
                <a:ln>
                  <a:noFill/>
                </a:ln>
                <a:solidFill>
                  <a:srgbClr val="11147D"/>
                </a:solidFill>
                <a:effectLst/>
                <a:uLnTx/>
                <a:uFillTx/>
                <a:latin typeface="Arial" panose="020B0604020202020204" pitchFamily="34" charset="0"/>
                <a:ea typeface="Calibri" panose="020F0502020204030204" pitchFamily="34" charset="0"/>
                <a:cs typeface="Arial" panose="020B0604020202020204" pitchFamily="34" charset="0"/>
              </a:rPr>
              <a:t>Increase your knowledge to become an expert.</a:t>
            </a:r>
            <a:endParaRPr kumimoji="0" lang="en-US" sz="1900" b="0" i="0" u="none" strike="noStrike" kern="1200" cap="none" spc="0" normalizeH="0" baseline="0" noProof="0" dirty="0">
              <a:ln>
                <a:noFill/>
              </a:ln>
              <a:solidFill>
                <a:srgbClr val="11147D"/>
              </a:solidFill>
              <a:effectLst/>
              <a:uLnTx/>
              <a:uFillTx/>
              <a:latin typeface="Arial" panose="020B0604020202020204" pitchFamily="34" charset="0"/>
              <a:ea typeface="+mn-ea"/>
              <a:cs typeface="Arial" panose="020B0604020202020204" pitchFamily="34" charset="0"/>
            </a:endParaRPr>
          </a:p>
          <a:p>
            <a:pPr lvl="0"/>
            <a:endParaRPr lang="en-US" sz="1800" dirty="0"/>
          </a:p>
          <a:p>
            <a:pPr lvl="0"/>
            <a:endParaRPr lang="en-US" sz="1800" dirty="0"/>
          </a:p>
          <a:p>
            <a:pPr lvl="0"/>
            <a:endParaRPr lang="en-US" sz="1800" dirty="0"/>
          </a:p>
          <a:p>
            <a:endParaRPr lang="en-US" dirty="0"/>
          </a:p>
        </p:txBody>
      </p:sp>
    </p:spTree>
    <p:extLst>
      <p:ext uri="{BB962C8B-B14F-4D97-AF65-F5344CB8AC3E}">
        <p14:creationId xmlns:p14="http://schemas.microsoft.com/office/powerpoint/2010/main" val="3968568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AC50-7648-4AD2-8127-B3DABE429248}"/>
              </a:ext>
            </a:extLst>
          </p:cNvPr>
          <p:cNvSpPr>
            <a:spLocks noGrp="1"/>
          </p:cNvSpPr>
          <p:nvPr>
            <p:ph type="title"/>
          </p:nvPr>
        </p:nvSpPr>
        <p:spPr>
          <a:xfrm>
            <a:off x="203994" y="152400"/>
            <a:ext cx="8610600" cy="1066800"/>
          </a:xfrm>
          <a:solidFill>
            <a:schemeClr val="bg2">
              <a:lumMod val="60000"/>
              <a:lumOff val="40000"/>
            </a:schemeClr>
          </a:solidFill>
        </p:spPr>
        <p:txBody>
          <a:bodyPr/>
          <a:lstStyle/>
          <a:p>
            <a:r>
              <a:rPr lang="en-US" dirty="0"/>
              <a:t>An Ethical Dilemma</a:t>
            </a:r>
          </a:p>
        </p:txBody>
      </p:sp>
      <p:sp>
        <p:nvSpPr>
          <p:cNvPr id="3" name="Content Placeholder 2">
            <a:extLst>
              <a:ext uri="{FF2B5EF4-FFF2-40B4-BE49-F238E27FC236}">
                <a16:creationId xmlns:a16="http://schemas.microsoft.com/office/drawing/2014/main" id="{D41BA51B-2A62-4E36-9A9C-4A4BD3322962}"/>
              </a:ext>
            </a:extLst>
          </p:cNvPr>
          <p:cNvSpPr>
            <a:spLocks noGrp="1"/>
          </p:cNvSpPr>
          <p:nvPr>
            <p:ph idx="1"/>
          </p:nvPr>
        </p:nvSpPr>
        <p:spPr>
          <a:xfrm>
            <a:off x="178197" y="1066800"/>
            <a:ext cx="8787606" cy="5181600"/>
          </a:xfrm>
        </p:spPr>
        <p:txBody>
          <a:bodyPr/>
          <a:lstStyle/>
          <a:p>
            <a:pPr marL="0" marR="0" indent="0">
              <a:spcBef>
                <a:spcPts val="0"/>
              </a:spcBef>
              <a:spcAft>
                <a:spcPts val="0"/>
              </a:spcAft>
              <a:buNone/>
            </a:pPr>
            <a:endParaRPr lang="en-US" sz="17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You are a field sales manager with 12 salespeople on your team</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All of your salespeople are performing well, except for one</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You have tried different leadership styles, relationship approaches, and influence strategies, but this problem salesperson has not responded to any of</a:t>
            </a: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your leadership approaches.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Feeling desperate, you are thinking about telling this problem salesperson that you are going to have to terminate one salesperson from your team, because your firm wants to reduce the size of its salesforce</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The top candidates for termination are the problem salesperson and another salesperson who is currently performing better than the problem salesperson. Although </a:t>
            </a:r>
            <a:r>
              <a:rPr lang="en-US" sz="1700" b="1" u="sng" dirty="0">
                <a:effectLst/>
                <a:latin typeface="Times New Roman" panose="02020603050405020304" pitchFamily="18" charset="0"/>
                <a:ea typeface="Calibri" panose="020F0502020204030204" pitchFamily="34" charset="0"/>
                <a:cs typeface="Times New Roman" panose="02020603050405020304" pitchFamily="18" charset="0"/>
              </a:rPr>
              <a:t>none of this is true</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you think it might motivate the problem salesperson to work harder and perform better. What would you do?</a:t>
            </a:r>
          </a:p>
          <a:p>
            <a:pPr marL="0" marR="0" indent="0">
              <a:spcBef>
                <a:spcPts val="0"/>
              </a:spcBef>
              <a:spcAft>
                <a:spcPts val="0"/>
              </a:spcAft>
              <a:buNone/>
            </a:pPr>
            <a:endParaRPr lang="en-US" sz="17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spcBef>
                <a:spcPts val="0"/>
              </a:spcBef>
              <a:spcAft>
                <a:spcPts val="0"/>
              </a:spcAft>
              <a:buAutoNum type="alphaLcPeriod"/>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Tell the problem salesperson that you need to terminate one salesperson and that he/she is one of the top two candidates who will be let go unless there is an improvement in his/her performance.</a:t>
            </a:r>
          </a:p>
          <a:p>
            <a:pPr marL="342900" marR="0" indent="-342900">
              <a:spcBef>
                <a:spcPts val="0"/>
              </a:spcBef>
              <a:spcAft>
                <a:spcPts val="0"/>
              </a:spcAft>
              <a:buAutoNum type="alphaLcPeriod"/>
            </a:pPr>
            <a:r>
              <a:rPr lang="en-US" sz="1700" dirty="0">
                <a:latin typeface="Times New Roman" panose="02020603050405020304" pitchFamily="18" charset="0"/>
                <a:ea typeface="Calibri" panose="020F0502020204030204" pitchFamily="34" charset="0"/>
                <a:cs typeface="Times New Roman" panose="02020603050405020304" pitchFamily="18" charset="0"/>
              </a:rPr>
              <a:t>T</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ell the problem salesperson that you will give him/her a bonus if his/her performance improves over the next 30 days.</a:t>
            </a:r>
          </a:p>
          <a:p>
            <a:pPr marL="342900" marR="0" indent="-342900">
              <a:spcBef>
                <a:spcPts val="0"/>
              </a:spcBef>
              <a:spcAft>
                <a:spcPts val="0"/>
              </a:spcAft>
              <a:buAutoNum type="alphaLcPeriod" startAt="3"/>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Ask the problem salesperson how you can help him/her improve his/her sales performance.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342900" marR="0" indent="-342900">
              <a:spcBef>
                <a:spcPts val="0"/>
              </a:spcBef>
              <a:spcAft>
                <a:spcPts val="0"/>
              </a:spcAft>
              <a:buAutoNum type="alphaLcPeriod" startAt="3"/>
            </a:pPr>
            <a:r>
              <a:rPr lang="en-US" sz="1800" dirty="0">
                <a:latin typeface="Times New Roman" panose="02020603050405020304" pitchFamily="18" charset="0"/>
                <a:ea typeface="Calibri" panose="020F0502020204030204" pitchFamily="34" charset="0"/>
                <a:cs typeface="Times New Roman" panose="02020603050405020304" pitchFamily="18" charset="0"/>
              </a:rPr>
              <a:t>Take some other action not listed here.</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800" dirty="0">
              <a:solidFill>
                <a:srgbClr val="0070C0"/>
              </a:solidFill>
            </a:endParaRPr>
          </a:p>
        </p:txBody>
      </p:sp>
    </p:spTree>
    <p:extLst>
      <p:ext uri="{BB962C8B-B14F-4D97-AF65-F5344CB8AC3E}">
        <p14:creationId xmlns:p14="http://schemas.microsoft.com/office/powerpoint/2010/main" val="4050926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60000"/>
              <a:lumOff val="40000"/>
            </a:schemeClr>
          </a:solidFill>
        </p:spPr>
        <p:txBody>
          <a:bodyPr/>
          <a:lstStyle/>
          <a:p>
            <a:r>
              <a:rPr lang="en-US" dirty="0"/>
              <a:t>Sales Leadership Communication</a:t>
            </a:r>
          </a:p>
        </p:txBody>
      </p:sp>
      <p:sp>
        <p:nvSpPr>
          <p:cNvPr id="4" name="Content Placeholder 3"/>
          <p:cNvSpPr>
            <a:spLocks noGrp="1"/>
          </p:cNvSpPr>
          <p:nvPr>
            <p:ph idx="1"/>
          </p:nvPr>
        </p:nvSpPr>
        <p:spPr/>
        <p:txBody>
          <a:bodyPr/>
          <a:lstStyle/>
          <a:p>
            <a:r>
              <a:rPr lang="en-US" dirty="0"/>
              <a:t>Tools</a:t>
            </a:r>
          </a:p>
          <a:p>
            <a:pPr lvl="1"/>
            <a:r>
              <a:rPr lang="en-US" dirty="0"/>
              <a:t>Cell Phones</a:t>
            </a:r>
          </a:p>
          <a:p>
            <a:pPr lvl="1"/>
            <a:r>
              <a:rPr lang="en-US" dirty="0"/>
              <a:t>e-Mail</a:t>
            </a:r>
          </a:p>
          <a:p>
            <a:pPr lvl="1"/>
            <a:r>
              <a:rPr lang="en-US" dirty="0"/>
              <a:t>Texting</a:t>
            </a:r>
          </a:p>
          <a:p>
            <a:pPr lvl="1"/>
            <a:r>
              <a:rPr lang="en-US" dirty="0"/>
              <a:t>Voice Mail</a:t>
            </a:r>
          </a:p>
          <a:p>
            <a:pPr lvl="1"/>
            <a:r>
              <a:rPr lang="en-US" dirty="0"/>
              <a:t>Web Conferencing</a:t>
            </a:r>
          </a:p>
          <a:p>
            <a:pPr lvl="1"/>
            <a:r>
              <a:rPr lang="en-US" dirty="0"/>
              <a:t>LinkedIn</a:t>
            </a:r>
          </a:p>
          <a:p>
            <a:pPr lvl="1"/>
            <a:r>
              <a:rPr lang="en-US" dirty="0"/>
              <a:t>Twitter/X</a:t>
            </a:r>
          </a:p>
          <a:p>
            <a:pPr lvl="1"/>
            <a:r>
              <a:rPr lang="en-US" dirty="0"/>
              <a:t>Instant Messaging</a:t>
            </a:r>
          </a:p>
          <a:p>
            <a:pPr lvl="1"/>
            <a:endParaRPr lang="en-US" dirty="0"/>
          </a:p>
          <a:p>
            <a:r>
              <a:rPr lang="en-US" dirty="0"/>
              <a:t>Important to understand the best</a:t>
            </a:r>
            <a:br>
              <a:rPr lang="en-US" dirty="0"/>
            </a:br>
            <a:r>
              <a:rPr lang="en-US" dirty="0"/>
              <a:t>methods and the appropriate content and frequency.</a:t>
            </a:r>
          </a:p>
          <a:p>
            <a:endParaRPr lang="en-US" dirty="0"/>
          </a:p>
        </p:txBody>
      </p:sp>
      <p:pic>
        <p:nvPicPr>
          <p:cNvPr id="3074" name="Picture 2" descr="Free vector people communication concept">
            <a:extLst>
              <a:ext uri="{FF2B5EF4-FFF2-40B4-BE49-F238E27FC236}">
                <a16:creationId xmlns:a16="http://schemas.microsoft.com/office/drawing/2014/main" id="{09B99A85-540E-BCC8-3F70-1D2690E28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8211" y="1622654"/>
            <a:ext cx="3733800" cy="373380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552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5AC37-ADFF-4E01-860E-1AE290C7DE6C}"/>
              </a:ext>
            </a:extLst>
          </p:cNvPr>
          <p:cNvSpPr>
            <a:spLocks noGrp="1"/>
          </p:cNvSpPr>
          <p:nvPr>
            <p:ph type="title"/>
          </p:nvPr>
        </p:nvSpPr>
        <p:spPr>
          <a:xfrm>
            <a:off x="266700" y="51382"/>
            <a:ext cx="8610600" cy="1066800"/>
          </a:xfrm>
          <a:solidFill>
            <a:schemeClr val="bg2">
              <a:lumMod val="60000"/>
              <a:lumOff val="40000"/>
            </a:schemeClr>
          </a:solidFill>
        </p:spPr>
        <p:txBody>
          <a:bodyPr/>
          <a:lstStyle/>
          <a:p>
            <a:r>
              <a:rPr lang="en-US" dirty="0"/>
              <a:t>Tips for More Effective Communication</a:t>
            </a:r>
          </a:p>
        </p:txBody>
      </p:sp>
      <p:sp>
        <p:nvSpPr>
          <p:cNvPr id="3" name="Content Placeholder 2">
            <a:extLst>
              <a:ext uri="{FF2B5EF4-FFF2-40B4-BE49-F238E27FC236}">
                <a16:creationId xmlns:a16="http://schemas.microsoft.com/office/drawing/2014/main" id="{84403EFB-E73D-4B96-91E8-98B3908662EE}"/>
              </a:ext>
            </a:extLst>
          </p:cNvPr>
          <p:cNvSpPr>
            <a:spLocks noGrp="1"/>
          </p:cNvSpPr>
          <p:nvPr>
            <p:ph idx="1"/>
          </p:nvPr>
        </p:nvSpPr>
        <p:spPr>
          <a:xfrm>
            <a:off x="98524" y="1143000"/>
            <a:ext cx="8946951" cy="5181600"/>
          </a:xfrm>
          <a:solidFill>
            <a:schemeClr val="bg2">
              <a:lumMod val="20000"/>
              <a:lumOff val="80000"/>
            </a:schemeClr>
          </a:solidFill>
          <a:scene3d>
            <a:camera prst="orthographicFront"/>
            <a:lightRig rig="threePt" dir="t"/>
          </a:scene3d>
          <a:sp3d>
            <a:bevelT/>
          </a:sp3d>
        </p:spPr>
        <p:txBody>
          <a:bodyPr/>
          <a:lstStyle/>
          <a:p>
            <a:pPr lvl="0"/>
            <a:r>
              <a:rPr lang="en-US" sz="1800" dirty="0"/>
              <a:t>Know your audience.</a:t>
            </a:r>
          </a:p>
          <a:p>
            <a:pPr lvl="0"/>
            <a:r>
              <a:rPr lang="en-US" sz="1800" b="1" dirty="0"/>
              <a:t>Begin with a story </a:t>
            </a:r>
            <a:r>
              <a:rPr lang="en-US" sz="1800" dirty="0"/>
              <a:t>(especially about people) and use statistics and visuals to support it. </a:t>
            </a:r>
            <a:r>
              <a:rPr lang="en-US" sz="1800" dirty="0">
                <a:solidFill>
                  <a:srgbClr val="FF0000"/>
                </a:solidFill>
              </a:rPr>
              <a:t>(next slide)</a:t>
            </a:r>
          </a:p>
          <a:p>
            <a:pPr lvl="0"/>
            <a:r>
              <a:rPr lang="en-US" sz="1800" dirty="0"/>
              <a:t>Build suspense in your communication but be concise and on point.</a:t>
            </a:r>
          </a:p>
          <a:p>
            <a:pPr lvl="0"/>
            <a:r>
              <a:rPr lang="en-US" sz="1800" dirty="0"/>
              <a:t>Use alliteration repetition (“good to great”) &amp; rhythm to add interest when speaking.</a:t>
            </a:r>
          </a:p>
          <a:p>
            <a:pPr lvl="0"/>
            <a:r>
              <a:rPr lang="en-US" sz="1800" dirty="0"/>
              <a:t>Apply powerful quotes to help effectively convey your message.</a:t>
            </a:r>
          </a:p>
          <a:p>
            <a:pPr lvl="0"/>
            <a:r>
              <a:rPr lang="en-US" sz="1800" dirty="0"/>
              <a:t>Break down complicated ideas into small parts.</a:t>
            </a:r>
          </a:p>
          <a:p>
            <a:pPr lvl="0"/>
            <a:r>
              <a:rPr lang="en-US" sz="1800" dirty="0"/>
              <a:t>Where appropriate, use “we” rather than “I” and “you” to promote inclusion.</a:t>
            </a:r>
          </a:p>
          <a:p>
            <a:pPr lvl="0"/>
            <a:r>
              <a:rPr lang="en-US" sz="1800" dirty="0"/>
              <a:t>Be honest in conveying your message and work toward developing trust. Be positive but do not try to hide negative or bad news.</a:t>
            </a:r>
          </a:p>
          <a:p>
            <a:pPr lvl="0"/>
            <a:r>
              <a:rPr lang="en-US" sz="1800" dirty="0"/>
              <a:t>Take a helpful approach when communicating by asking the receiver how you can help him or her.</a:t>
            </a:r>
          </a:p>
          <a:p>
            <a:pPr lvl="0"/>
            <a:r>
              <a:rPr lang="en-US" sz="1800" dirty="0"/>
              <a:t>Be consistent in your tone across your communications.</a:t>
            </a:r>
          </a:p>
          <a:p>
            <a:pPr lvl="0"/>
            <a:r>
              <a:rPr lang="en-US" sz="1800" dirty="0"/>
              <a:t>Be authentic in your communication.</a:t>
            </a:r>
          </a:p>
          <a:p>
            <a:pPr lvl="0"/>
            <a:r>
              <a:rPr lang="en-US" sz="1800" dirty="0"/>
              <a:t>Be an attentive listener.</a:t>
            </a:r>
          </a:p>
          <a:p>
            <a:pPr marL="0" marR="0">
              <a:lnSpc>
                <a:spcPct val="107000"/>
              </a:lnSpc>
              <a:spcBef>
                <a:spcPts val="0"/>
              </a:spcBef>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Use multiple channels to communicate (e.g., in-person, email, phone, etc.).</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lvl="0"/>
            <a:endParaRPr lang="en-US" sz="1900" dirty="0"/>
          </a:p>
          <a:p>
            <a:endParaRPr lang="en-US" dirty="0"/>
          </a:p>
        </p:txBody>
      </p:sp>
    </p:spTree>
    <p:extLst>
      <p:ext uri="{BB962C8B-B14F-4D97-AF65-F5344CB8AC3E}">
        <p14:creationId xmlns:p14="http://schemas.microsoft.com/office/powerpoint/2010/main" val="1456853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FC4C30B-0F42-4728-94EE-FD6EED05A176}"/>
              </a:ext>
            </a:extLst>
          </p:cNvPr>
          <p:cNvSpPr/>
          <p:nvPr/>
        </p:nvSpPr>
        <p:spPr bwMode="auto">
          <a:xfrm>
            <a:off x="0" y="6400800"/>
            <a:ext cx="22098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2" name="Title 1">
            <a:extLst>
              <a:ext uri="{FF2B5EF4-FFF2-40B4-BE49-F238E27FC236}">
                <a16:creationId xmlns:a16="http://schemas.microsoft.com/office/drawing/2014/main" id="{2975157B-0744-75C8-E81D-743266C793C4}"/>
              </a:ext>
            </a:extLst>
          </p:cNvPr>
          <p:cNvSpPr>
            <a:spLocks noGrp="1"/>
          </p:cNvSpPr>
          <p:nvPr>
            <p:ph type="title"/>
          </p:nvPr>
        </p:nvSpPr>
        <p:spPr>
          <a:xfrm>
            <a:off x="266700" y="152400"/>
            <a:ext cx="8610600" cy="1066800"/>
          </a:xfrm>
          <a:solidFill>
            <a:schemeClr val="bg2">
              <a:lumMod val="60000"/>
              <a:lumOff val="40000"/>
            </a:schemeClr>
          </a:solidFill>
        </p:spPr>
        <p:txBody>
          <a:bodyPr/>
          <a:lstStyle/>
          <a:p>
            <a:r>
              <a:rPr lang="en-US" dirty="0"/>
              <a:t>The Power of Stories in Leadership</a:t>
            </a:r>
          </a:p>
        </p:txBody>
      </p:sp>
      <p:pic>
        <p:nvPicPr>
          <p:cNvPr id="3" name="Online Media 2" title="The Importance of Stories | Simon Sinek">
            <a:hlinkClick r:id="" action="ppaction://media"/>
            <a:extLst>
              <a:ext uri="{FF2B5EF4-FFF2-40B4-BE49-F238E27FC236}">
                <a16:creationId xmlns:a16="http://schemas.microsoft.com/office/drawing/2014/main" id="{F7A293E3-F5DC-E6E0-643F-61984FE4EEBF}"/>
              </a:ext>
            </a:extLst>
          </p:cNvPr>
          <p:cNvPicPr>
            <a:picLocks noRot="1" noChangeAspect="1"/>
          </p:cNvPicPr>
          <p:nvPr>
            <a:videoFile r:link="rId1"/>
          </p:nvPr>
        </p:nvPicPr>
        <p:blipFill>
          <a:blip r:embed="rId4"/>
          <a:stretch>
            <a:fillRect/>
          </a:stretch>
        </p:blipFill>
        <p:spPr>
          <a:xfrm>
            <a:off x="381000" y="1447800"/>
            <a:ext cx="8382000" cy="4735830"/>
          </a:xfrm>
          <a:prstGeom prst="rect">
            <a:avLst/>
          </a:prstGeom>
        </p:spPr>
      </p:pic>
      <p:sp>
        <p:nvSpPr>
          <p:cNvPr id="4" name="TextBox 3">
            <a:extLst>
              <a:ext uri="{FF2B5EF4-FFF2-40B4-BE49-F238E27FC236}">
                <a16:creationId xmlns:a16="http://schemas.microsoft.com/office/drawing/2014/main" id="{7EAA3D33-63C8-42DB-BD92-B5AFA707D97A}"/>
              </a:ext>
            </a:extLst>
          </p:cNvPr>
          <p:cNvSpPr txBox="1"/>
          <p:nvPr/>
        </p:nvSpPr>
        <p:spPr>
          <a:xfrm>
            <a:off x="4116027" y="6243935"/>
            <a:ext cx="784189" cy="461665"/>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4:31</a:t>
            </a:r>
          </a:p>
        </p:txBody>
      </p:sp>
    </p:spTree>
    <p:extLst>
      <p:ext uri="{BB962C8B-B14F-4D97-AF65-F5344CB8AC3E}">
        <p14:creationId xmlns:p14="http://schemas.microsoft.com/office/powerpoint/2010/main" val="211957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5"/>
          <p:cNvSpPr>
            <a:spLocks noGrp="1" noChangeArrowheads="1"/>
          </p:cNvSpPr>
          <p:nvPr>
            <p:ph type="title"/>
          </p:nvPr>
        </p:nvSpPr>
        <p:spPr>
          <a:xfrm>
            <a:off x="266700" y="134779"/>
            <a:ext cx="8610600" cy="1066800"/>
          </a:xfrm>
          <a:solidFill>
            <a:schemeClr val="bg2">
              <a:lumMod val="60000"/>
              <a:lumOff val="40000"/>
            </a:schemeClr>
          </a:solidFill>
        </p:spPr>
        <p:txBody>
          <a:bodyPr/>
          <a:lstStyle/>
          <a:p>
            <a:r>
              <a:rPr lang="en-US" dirty="0"/>
              <a:t>Coaching</a:t>
            </a:r>
          </a:p>
        </p:txBody>
      </p:sp>
      <p:sp>
        <p:nvSpPr>
          <p:cNvPr id="4" name="Rectangle 3"/>
          <p:cNvSpPr/>
          <p:nvPr/>
        </p:nvSpPr>
        <p:spPr>
          <a:xfrm>
            <a:off x="5464628" y="1884242"/>
            <a:ext cx="3505200" cy="3046988"/>
          </a:xfrm>
          <a:prstGeom prst="rect">
            <a:avLst/>
          </a:prstGeom>
        </p:spPr>
        <p:txBody>
          <a:bodyPr wrap="square">
            <a:spAutoFit/>
          </a:bodyPr>
          <a:lstStyle/>
          <a:p>
            <a:r>
              <a:rPr lang="en-US" dirty="0">
                <a:solidFill>
                  <a:schemeClr val="tx2"/>
                </a:solidFill>
                <a:latin typeface="Arial" panose="020B0604020202020204" pitchFamily="34" charset="0"/>
                <a:cs typeface="Arial" panose="020B0604020202020204" pitchFamily="34" charset="0"/>
              </a:rPr>
              <a:t>Working directly with salespeople to help them develop professionally, plan and execute sales strategies of specific customers, and improve all aspects of the sales process.</a:t>
            </a:r>
          </a:p>
        </p:txBody>
      </p:sp>
      <p:pic>
        <p:nvPicPr>
          <p:cNvPr id="4098" name="Picture 2" descr="Vector coaching concept template. modern design style. contains such icons as support, mentor, skills, training">
            <a:extLst>
              <a:ext uri="{FF2B5EF4-FFF2-40B4-BE49-F238E27FC236}">
                <a16:creationId xmlns:a16="http://schemas.microsoft.com/office/drawing/2014/main" id="{0253248A-87C4-3964-A6E8-B500B94207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56444"/>
            <a:ext cx="4393277" cy="4833377"/>
          </a:xfrm>
          <a:prstGeom prst="rect">
            <a:avLst/>
          </a:prstGeom>
          <a:noFill/>
          <a:ln>
            <a:solidFill>
              <a:srgbClr val="333333"/>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507804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5"/>
          <p:cNvSpPr>
            <a:spLocks noGrp="1" noChangeArrowheads="1"/>
          </p:cNvSpPr>
          <p:nvPr>
            <p:ph type="title"/>
          </p:nvPr>
        </p:nvSpPr>
        <p:spPr>
          <a:xfrm>
            <a:off x="266700" y="168987"/>
            <a:ext cx="8610600" cy="1066800"/>
          </a:xfrm>
          <a:solidFill>
            <a:schemeClr val="bg2">
              <a:lumMod val="60000"/>
              <a:lumOff val="40000"/>
            </a:schemeClr>
          </a:solidFill>
        </p:spPr>
        <p:txBody>
          <a:bodyPr/>
          <a:lstStyle/>
          <a:p>
            <a:r>
              <a:rPr lang="en-US" dirty="0"/>
              <a:t>Coaching Suggestions</a:t>
            </a:r>
          </a:p>
        </p:txBody>
      </p:sp>
      <p:sp>
        <p:nvSpPr>
          <p:cNvPr id="7" name="TextBox 6">
            <a:extLst>
              <a:ext uri="{FF2B5EF4-FFF2-40B4-BE49-F238E27FC236}">
                <a16:creationId xmlns:a16="http://schemas.microsoft.com/office/drawing/2014/main" id="{F7EBAC63-BEEA-0CE2-1845-B3E3513332A1}"/>
              </a:ext>
            </a:extLst>
          </p:cNvPr>
          <p:cNvSpPr txBox="1"/>
          <p:nvPr/>
        </p:nvSpPr>
        <p:spPr>
          <a:xfrm>
            <a:off x="381000" y="1283336"/>
            <a:ext cx="8382000" cy="4812664"/>
          </a:xfrm>
          <a:prstGeom prst="rect">
            <a:avLst/>
          </a:prstGeom>
          <a:solidFill>
            <a:schemeClr val="bg2">
              <a:lumMod val="20000"/>
              <a:lumOff val="80000"/>
            </a:schemeClr>
          </a:solidFill>
          <a:scene3d>
            <a:camera prst="orthographicFront"/>
            <a:lightRig rig="threePt" dir="t"/>
          </a:scene3d>
          <a:sp3d>
            <a:bevelT/>
          </a:sp3d>
        </p:spPr>
        <p:txBody>
          <a:bodyPr wrap="square">
            <a:spAutoFit/>
          </a:bodyPr>
          <a:lstStyle/>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Address only one or two problems at a time. First determine what might be causing a problem.  </a:t>
            </a:r>
            <a:endParaRPr lang="en-US"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Provide clear expectations regarding behavior change and explain the consequences of failing to make a change.  </a:t>
            </a:r>
            <a:endParaRPr lang="en-US"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Take a “we” approach instead of a “you” approach.  </a:t>
            </a:r>
            <a:endParaRPr lang="en-US"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Instead of criticizing salespeople during coaching, help them improve by giving how-to advice.  </a:t>
            </a:r>
            <a:endParaRPr lang="en-US"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Conversations should be interactive. Do not do all the talking. Insist that salespeople evaluate themselves.  </a:t>
            </a:r>
            <a:endParaRPr lang="en-US"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Recognize differences in individual learning and communication styles among salespeople, be flexible, and respond appropriately. </a:t>
            </a:r>
            <a:endParaRPr lang="en-US"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Coordinate coaching with more formal sales training.  </a:t>
            </a:r>
            <a:endParaRPr lang="en-US" sz="1800"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Encourage continual growth and improvement of salespeople. </a:t>
            </a:r>
          </a:p>
          <a:p>
            <a:pPr marL="342900" marR="0" lvl="0" indent="-342900">
              <a:lnSpc>
                <a:spcPct val="107000"/>
              </a:lnSpc>
              <a:spcBef>
                <a:spcPts val="0"/>
              </a:spcBef>
              <a:spcAft>
                <a:spcPts val="0"/>
              </a:spcAft>
              <a:buFont typeface="+mj-lt"/>
              <a:buAutoNum type="arabicPeriod"/>
            </a:pPr>
            <a:r>
              <a:rPr lang="en-US" sz="1800" dirty="0">
                <a:solidFill>
                  <a:schemeClr val="tx2"/>
                </a:solidFill>
                <a:effectLst/>
                <a:latin typeface="Arial" panose="020B0604020202020204" pitchFamily="34" charset="0"/>
                <a:ea typeface="Calibri" panose="020F0502020204030204" pitchFamily="34" charset="0"/>
                <a:cs typeface="Times New Roman" panose="02020603050405020304" pitchFamily="18" charset="0"/>
              </a:rPr>
              <a:t>Keep records of coaching sessions specifying corrective action to be taken, objectives of the coaching session, and a timetable for accomplishing the objective. Follow up to ensure objectives are accomplished.</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2798503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1BAE7-5329-4ED6-AC8E-F112FF772C8B}"/>
              </a:ext>
            </a:extLst>
          </p:cNvPr>
          <p:cNvSpPr>
            <a:spLocks noGrp="1"/>
          </p:cNvSpPr>
          <p:nvPr>
            <p:ph type="title"/>
          </p:nvPr>
        </p:nvSpPr>
        <p:spPr>
          <a:xfrm>
            <a:off x="152400" y="304800"/>
            <a:ext cx="8610600" cy="1066800"/>
          </a:xfrm>
          <a:solidFill>
            <a:schemeClr val="bg2">
              <a:lumMod val="60000"/>
              <a:lumOff val="40000"/>
            </a:schemeClr>
          </a:solidFill>
        </p:spPr>
        <p:txBody>
          <a:bodyPr/>
          <a:lstStyle/>
          <a:p>
            <a:r>
              <a:rPr lang="en-US" dirty="0"/>
              <a:t>Coaching Areas of Focus (Slide 1 of 2)</a:t>
            </a:r>
          </a:p>
        </p:txBody>
      </p:sp>
      <p:sp>
        <p:nvSpPr>
          <p:cNvPr id="3" name="Content Placeholder 2">
            <a:extLst>
              <a:ext uri="{FF2B5EF4-FFF2-40B4-BE49-F238E27FC236}">
                <a16:creationId xmlns:a16="http://schemas.microsoft.com/office/drawing/2014/main" id="{78C4EF9A-35FD-4B50-9186-50B0AD261C82}"/>
              </a:ext>
            </a:extLst>
          </p:cNvPr>
          <p:cNvSpPr>
            <a:spLocks noGrp="1"/>
          </p:cNvSpPr>
          <p:nvPr>
            <p:ph idx="1"/>
          </p:nvPr>
        </p:nvSpPr>
        <p:spPr>
          <a:xfrm>
            <a:off x="406400" y="1557338"/>
            <a:ext cx="8205788" cy="4233862"/>
          </a:xfrm>
        </p:spPr>
        <p:txBody>
          <a:bodyPr/>
          <a:lstStyle/>
          <a:p>
            <a:r>
              <a:rPr lang="en-US" b="1" dirty="0"/>
              <a:t>Lead and Opportunity Coaching</a:t>
            </a:r>
            <a:r>
              <a:rPr lang="en-US" sz="2000" b="1" dirty="0"/>
              <a:t>	</a:t>
            </a:r>
            <a:endParaRPr lang="en-US" sz="2000" dirty="0"/>
          </a:p>
          <a:p>
            <a:pPr marL="482600" lvl="1" indent="0">
              <a:buNone/>
            </a:pPr>
            <a:r>
              <a:rPr lang="en-US" dirty="0"/>
              <a:t>Coaching focuses on </a:t>
            </a:r>
            <a:r>
              <a:rPr lang="en-US" b="1" i="1" u="sng" dirty="0"/>
              <a:t>understanding the customer</a:t>
            </a:r>
            <a:r>
              <a:rPr lang="en-US" dirty="0"/>
              <a:t>, </a:t>
            </a:r>
            <a:r>
              <a:rPr lang="en-US" b="1" i="1" u="sng" dirty="0"/>
              <a:t>their business challenges and goals</a:t>
            </a:r>
            <a:r>
              <a:rPr lang="en-US" dirty="0"/>
              <a:t>, </a:t>
            </a:r>
            <a:r>
              <a:rPr lang="en-US" b="1" i="1" u="sng" dirty="0"/>
              <a:t>your company’s value proposition</a:t>
            </a:r>
            <a:r>
              <a:rPr lang="en-US" dirty="0"/>
              <a:t>, </a:t>
            </a:r>
            <a:r>
              <a:rPr lang="en-US" b="1" i="1" u="sng" dirty="0"/>
              <a:t>the customer’s buying center members</a:t>
            </a:r>
            <a:r>
              <a:rPr lang="en-US" dirty="0"/>
              <a:t> and </a:t>
            </a:r>
            <a:r>
              <a:rPr lang="en-US" b="1" i="1" u="sng" dirty="0"/>
              <a:t>planned sales call objectives</a:t>
            </a:r>
            <a:r>
              <a:rPr lang="en-US" dirty="0"/>
              <a:t>.</a:t>
            </a:r>
          </a:p>
          <a:p>
            <a:pPr marL="482600" lvl="1" indent="0">
              <a:buNone/>
            </a:pPr>
            <a:endParaRPr lang="en-US" dirty="0"/>
          </a:p>
          <a:p>
            <a:r>
              <a:rPr lang="en-US" b="1" dirty="0"/>
              <a:t>Funnel or Pipeline Coaching</a:t>
            </a:r>
            <a:endParaRPr lang="en-US" dirty="0"/>
          </a:p>
          <a:p>
            <a:pPr marL="482600" lvl="1" indent="0">
              <a:buNone/>
            </a:pPr>
            <a:r>
              <a:rPr lang="en-US" dirty="0"/>
              <a:t>Coaching focuses on </a:t>
            </a:r>
            <a:r>
              <a:rPr lang="en-US" b="1" i="1" u="sng" dirty="0"/>
              <a:t>forecasting opportunities</a:t>
            </a:r>
            <a:r>
              <a:rPr lang="en-US" dirty="0"/>
              <a:t>, </a:t>
            </a:r>
            <a:r>
              <a:rPr lang="en-US" b="1" i="1" u="sng" dirty="0"/>
              <a:t>moving opportunities through the pipeline</a:t>
            </a:r>
            <a:r>
              <a:rPr lang="en-US" dirty="0"/>
              <a:t>, </a:t>
            </a:r>
            <a:r>
              <a:rPr lang="en-US" b="1" i="1" u="sng" dirty="0"/>
              <a:t>looking at the number of opportunities and their time horizons</a:t>
            </a:r>
            <a:r>
              <a:rPr lang="en-US" dirty="0"/>
              <a:t>, and </a:t>
            </a:r>
            <a:r>
              <a:rPr lang="en-US" b="1" i="1" u="sng" dirty="0"/>
              <a:t>prioritizing opportunities</a:t>
            </a:r>
            <a:r>
              <a:rPr lang="en-US" dirty="0"/>
              <a:t>.</a:t>
            </a:r>
          </a:p>
          <a:p>
            <a:pPr marL="482600" lvl="1" indent="0">
              <a:buNone/>
            </a:pPr>
            <a:endParaRPr lang="en-US" dirty="0"/>
          </a:p>
          <a:p>
            <a:endParaRPr lang="en-US" dirty="0"/>
          </a:p>
        </p:txBody>
      </p:sp>
    </p:spTree>
    <p:extLst>
      <p:ext uri="{BB962C8B-B14F-4D97-AF65-F5344CB8AC3E}">
        <p14:creationId xmlns:p14="http://schemas.microsoft.com/office/powerpoint/2010/main" val="1956674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1BAE7-5329-4ED6-AC8E-F112FF772C8B}"/>
              </a:ext>
            </a:extLst>
          </p:cNvPr>
          <p:cNvSpPr>
            <a:spLocks noGrp="1"/>
          </p:cNvSpPr>
          <p:nvPr>
            <p:ph type="title"/>
          </p:nvPr>
        </p:nvSpPr>
        <p:spPr>
          <a:xfrm>
            <a:off x="152400" y="304800"/>
            <a:ext cx="8610600" cy="1066800"/>
          </a:xfrm>
          <a:solidFill>
            <a:schemeClr val="bg2">
              <a:lumMod val="60000"/>
              <a:lumOff val="40000"/>
            </a:schemeClr>
          </a:solidFill>
        </p:spPr>
        <p:txBody>
          <a:bodyPr/>
          <a:lstStyle/>
          <a:p>
            <a:r>
              <a:rPr lang="en-US" dirty="0"/>
              <a:t>Coaching Areas of Focus (continued)</a:t>
            </a:r>
          </a:p>
        </p:txBody>
      </p:sp>
      <p:sp>
        <p:nvSpPr>
          <p:cNvPr id="4" name="Rectangle 3">
            <a:extLst>
              <a:ext uri="{FF2B5EF4-FFF2-40B4-BE49-F238E27FC236}">
                <a16:creationId xmlns:a16="http://schemas.microsoft.com/office/drawing/2014/main" id="{BA72C591-51C9-46D9-BC2A-971B0471A1E2}"/>
              </a:ext>
            </a:extLst>
          </p:cNvPr>
          <p:cNvSpPr/>
          <p:nvPr/>
        </p:nvSpPr>
        <p:spPr bwMode="auto">
          <a:xfrm>
            <a:off x="0" y="6400800"/>
            <a:ext cx="20574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3" name="Content Placeholder 2">
            <a:extLst>
              <a:ext uri="{FF2B5EF4-FFF2-40B4-BE49-F238E27FC236}">
                <a16:creationId xmlns:a16="http://schemas.microsoft.com/office/drawing/2014/main" id="{78C4EF9A-35FD-4B50-9186-50B0AD261C82}"/>
              </a:ext>
            </a:extLst>
          </p:cNvPr>
          <p:cNvSpPr>
            <a:spLocks noGrp="1"/>
          </p:cNvSpPr>
          <p:nvPr>
            <p:ph idx="1"/>
          </p:nvPr>
        </p:nvSpPr>
        <p:spPr>
          <a:xfrm>
            <a:off x="304800" y="1403058"/>
            <a:ext cx="8382000" cy="5302541"/>
          </a:xfrm>
        </p:spPr>
        <p:txBody>
          <a:bodyPr/>
          <a:lstStyle/>
          <a:p>
            <a:r>
              <a:rPr lang="en-US" b="1" dirty="0"/>
              <a:t>Skills and Behaviors Coaching</a:t>
            </a:r>
            <a:endParaRPr lang="en-US" dirty="0"/>
          </a:p>
          <a:p>
            <a:pPr marL="482600" lvl="1" indent="0">
              <a:buNone/>
            </a:pPr>
            <a:r>
              <a:rPr lang="en-US" dirty="0"/>
              <a:t>Coaching focuses on </a:t>
            </a:r>
            <a:r>
              <a:rPr lang="en-US" b="1" i="1" u="sng" dirty="0"/>
              <a:t>aligning the sales conversation with the customer’s path</a:t>
            </a:r>
            <a:r>
              <a:rPr lang="en-US" dirty="0"/>
              <a:t>, </a:t>
            </a:r>
            <a:r>
              <a:rPr lang="en-US" b="1" i="1" u="sng" dirty="0"/>
              <a:t>uncovering customer needs</a:t>
            </a:r>
            <a:r>
              <a:rPr lang="en-US" dirty="0"/>
              <a:t>, </a:t>
            </a:r>
            <a:r>
              <a:rPr lang="en-US" b="1" i="1" u="sng" dirty="0"/>
              <a:t>communicating and demonstrating value to the customer</a:t>
            </a:r>
            <a:r>
              <a:rPr lang="en-US" dirty="0"/>
              <a:t>, and </a:t>
            </a:r>
            <a:r>
              <a:rPr lang="en-US" b="1" i="1" u="sng" dirty="0"/>
              <a:t>sales call skills</a:t>
            </a:r>
            <a:r>
              <a:rPr lang="en-US" dirty="0"/>
              <a:t> such as rapport building, communication, use of visuals, closing, etc.</a:t>
            </a:r>
          </a:p>
          <a:p>
            <a:r>
              <a:rPr lang="en-US" b="1" dirty="0"/>
              <a:t>Account Coaching</a:t>
            </a:r>
            <a:endParaRPr lang="en-US" dirty="0"/>
          </a:p>
          <a:p>
            <a:pPr marL="482600" lvl="1" indent="0">
              <a:buNone/>
            </a:pPr>
            <a:r>
              <a:rPr lang="en-US" dirty="0"/>
              <a:t>Coaching focuses on </a:t>
            </a:r>
            <a:r>
              <a:rPr lang="en-US" b="1" i="1" u="sng" dirty="0"/>
              <a:t>understanding of accounts</a:t>
            </a:r>
            <a:r>
              <a:rPr lang="en-US" dirty="0"/>
              <a:t> (e.g., their customers and markets) through research and analysis, threats and opportunities facing current accounts, and developing strategic opportunities within accounts.</a:t>
            </a:r>
          </a:p>
          <a:p>
            <a:r>
              <a:rPr lang="en-US" b="1" dirty="0"/>
              <a:t>Territory Coaching</a:t>
            </a:r>
            <a:endParaRPr lang="en-US" dirty="0"/>
          </a:p>
          <a:p>
            <a:pPr marL="482600" lvl="1" indent="0">
              <a:buNone/>
            </a:pPr>
            <a:r>
              <a:rPr lang="en-US" dirty="0"/>
              <a:t>Coaching focuses on </a:t>
            </a:r>
            <a:r>
              <a:rPr lang="en-US" b="1" i="1" u="sng" dirty="0"/>
              <a:t>identifying appropriate industries, verticals and customer segments</a:t>
            </a:r>
            <a:r>
              <a:rPr lang="en-US" dirty="0"/>
              <a:t>, identifying important buyer roles within these, </a:t>
            </a:r>
            <a:r>
              <a:rPr lang="en-US" b="1" i="1" u="sng" dirty="0"/>
              <a:t>and planning how to improve and evaluate presence in these industries, verticals and segments</a:t>
            </a:r>
            <a:r>
              <a:rPr lang="en-US" dirty="0"/>
              <a:t>. </a:t>
            </a:r>
          </a:p>
          <a:p>
            <a:endParaRPr lang="en-US" dirty="0"/>
          </a:p>
        </p:txBody>
      </p:sp>
    </p:spTree>
    <p:extLst>
      <p:ext uri="{BB962C8B-B14F-4D97-AF65-F5344CB8AC3E}">
        <p14:creationId xmlns:p14="http://schemas.microsoft.com/office/powerpoint/2010/main" val="14327081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37FD3D4-7EE3-4836-B52C-C4EFD14D29F4}"/>
              </a:ext>
            </a:extLst>
          </p:cNvPr>
          <p:cNvSpPr/>
          <p:nvPr/>
        </p:nvSpPr>
        <p:spPr bwMode="auto">
          <a:xfrm>
            <a:off x="0" y="6400800"/>
            <a:ext cx="22098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panose="02020603050405020304" pitchFamily="18" charset="0"/>
            </a:endParaRPr>
          </a:p>
        </p:txBody>
      </p:sp>
      <p:sp>
        <p:nvSpPr>
          <p:cNvPr id="48131" name="Rectangle 3"/>
          <p:cNvSpPr>
            <a:spLocks noGrp="1" noChangeArrowheads="1"/>
          </p:cNvSpPr>
          <p:nvPr>
            <p:ph type="title"/>
          </p:nvPr>
        </p:nvSpPr>
        <p:spPr>
          <a:xfrm>
            <a:off x="152400" y="228600"/>
            <a:ext cx="8610600" cy="1066800"/>
          </a:xfrm>
          <a:solidFill>
            <a:schemeClr val="bg2">
              <a:lumMod val="60000"/>
              <a:lumOff val="40000"/>
            </a:schemeClr>
          </a:solidFill>
        </p:spPr>
        <p:txBody>
          <a:bodyPr/>
          <a:lstStyle/>
          <a:p>
            <a:r>
              <a:rPr lang="en-US" sz="3400" dirty="0"/>
              <a:t>Tips for Conducting an </a:t>
            </a:r>
            <a:br>
              <a:rPr lang="en-US" sz="3400" dirty="0"/>
            </a:br>
            <a:r>
              <a:rPr lang="en-US" sz="3400" dirty="0"/>
              <a:t>Effective Sales Meeting</a:t>
            </a:r>
          </a:p>
        </p:txBody>
      </p:sp>
      <p:sp>
        <p:nvSpPr>
          <p:cNvPr id="2" name="Content Placeholder 1"/>
          <p:cNvSpPr>
            <a:spLocks noGrp="1"/>
          </p:cNvSpPr>
          <p:nvPr>
            <p:ph idx="1"/>
          </p:nvPr>
        </p:nvSpPr>
        <p:spPr>
          <a:xfrm>
            <a:off x="152400" y="1371600"/>
            <a:ext cx="8839200" cy="4876800"/>
          </a:xfrm>
          <a:solidFill>
            <a:schemeClr val="bg2">
              <a:lumMod val="20000"/>
              <a:lumOff val="80000"/>
            </a:schemeClr>
          </a:solidFill>
          <a:scene3d>
            <a:camera prst="orthographicFront"/>
            <a:lightRig rig="threePt" dir="t"/>
          </a:scene3d>
          <a:sp3d>
            <a:bevelT/>
          </a:sp3d>
        </p:spPr>
        <p:txBody>
          <a:bodyPr/>
          <a:lstStyle/>
          <a:p>
            <a:pPr lvl="0"/>
            <a:r>
              <a:rPr lang="en-US" sz="2000" dirty="0"/>
              <a:t>Clearly </a:t>
            </a:r>
            <a:r>
              <a:rPr lang="en-US" sz="2000" b="1" dirty="0"/>
              <a:t>establish the objective</a:t>
            </a:r>
            <a:r>
              <a:rPr lang="en-US" sz="2000" dirty="0"/>
              <a:t>(s) of the meeting and its agenda.</a:t>
            </a:r>
          </a:p>
          <a:p>
            <a:r>
              <a:rPr lang="en-US" sz="2000" b="1" dirty="0"/>
              <a:t>Send out material to preview</a:t>
            </a:r>
            <a:r>
              <a:rPr lang="en-US" sz="2000" dirty="0"/>
              <a:t>.  </a:t>
            </a:r>
          </a:p>
          <a:p>
            <a:pPr lvl="0"/>
            <a:r>
              <a:rPr lang="en-US" sz="2000" b="1" dirty="0"/>
              <a:t>Share</a:t>
            </a:r>
            <a:r>
              <a:rPr lang="en-US" sz="2000" dirty="0"/>
              <a:t> the meeting </a:t>
            </a:r>
            <a:r>
              <a:rPr lang="en-US" sz="2000" b="1" dirty="0"/>
              <a:t>agenda</a:t>
            </a:r>
            <a:r>
              <a:rPr lang="en-US" sz="2000" dirty="0"/>
              <a:t> ahead of time (“sell” the value of the meeting).  </a:t>
            </a:r>
          </a:p>
          <a:p>
            <a:pPr lvl="0"/>
            <a:r>
              <a:rPr lang="en-US" sz="2000" dirty="0"/>
              <a:t>Keep the meeting as </a:t>
            </a:r>
            <a:r>
              <a:rPr lang="en-US" sz="2000" b="1" dirty="0"/>
              <a:t>short</a:t>
            </a:r>
            <a:r>
              <a:rPr lang="en-US" sz="2000" dirty="0"/>
              <a:t> as necessary to achieve the meeting’s objective(s).  </a:t>
            </a:r>
          </a:p>
          <a:p>
            <a:pPr lvl="0"/>
            <a:r>
              <a:rPr lang="en-US" sz="2000" b="1" dirty="0"/>
              <a:t>Avoid</a:t>
            </a:r>
            <a:r>
              <a:rPr lang="en-US" sz="2000" dirty="0"/>
              <a:t> covering </a:t>
            </a:r>
            <a:r>
              <a:rPr lang="en-US" sz="2000" b="1" dirty="0"/>
              <a:t>too many issues</a:t>
            </a:r>
            <a:r>
              <a:rPr lang="en-US" sz="2000" dirty="0"/>
              <a:t>.</a:t>
            </a:r>
          </a:p>
          <a:p>
            <a:pPr lvl="0"/>
            <a:r>
              <a:rPr lang="en-US" sz="2000" dirty="0"/>
              <a:t>Start and end the meeting </a:t>
            </a:r>
            <a:r>
              <a:rPr lang="en-US" sz="2000" b="1" dirty="0"/>
              <a:t>on time</a:t>
            </a:r>
            <a:r>
              <a:rPr lang="en-US" sz="2000" dirty="0"/>
              <a:t>.  </a:t>
            </a:r>
          </a:p>
          <a:p>
            <a:pPr lvl="0"/>
            <a:r>
              <a:rPr lang="en-US" sz="2000" dirty="0"/>
              <a:t>Keep a </a:t>
            </a:r>
            <a:r>
              <a:rPr lang="en-US" sz="2000" b="1" dirty="0"/>
              <a:t>consistent meeting schedule</a:t>
            </a:r>
            <a:r>
              <a:rPr lang="en-US" sz="2000" dirty="0"/>
              <a:t>.</a:t>
            </a:r>
          </a:p>
          <a:p>
            <a:pPr lvl="0"/>
            <a:r>
              <a:rPr lang="en-US" sz="2000" b="1" dirty="0"/>
              <a:t>Be positive </a:t>
            </a:r>
            <a:r>
              <a:rPr lang="en-US" sz="2000" dirty="0"/>
              <a:t>and </a:t>
            </a:r>
            <a:r>
              <a:rPr lang="en-US" sz="2000" b="1" dirty="0"/>
              <a:t>forward-looking</a:t>
            </a:r>
            <a:r>
              <a:rPr lang="en-US" sz="2000" dirty="0"/>
              <a:t>.  </a:t>
            </a:r>
          </a:p>
          <a:p>
            <a:pPr lvl="0"/>
            <a:r>
              <a:rPr lang="en-US" sz="2000" b="1" dirty="0"/>
              <a:t>Recognize and praise performance</a:t>
            </a:r>
            <a:r>
              <a:rPr lang="en-US" sz="2000" dirty="0"/>
              <a:t>.</a:t>
            </a:r>
          </a:p>
          <a:p>
            <a:pPr lvl="0"/>
            <a:r>
              <a:rPr lang="en-US" sz="2000" dirty="0"/>
              <a:t>Do not spend a lot of time dealing</a:t>
            </a:r>
          </a:p>
          <a:p>
            <a:pPr marL="0" lvl="0" indent="0">
              <a:buNone/>
            </a:pPr>
            <a:r>
              <a:rPr lang="en-US" sz="2000" dirty="0"/>
              <a:t>    with one person.</a:t>
            </a:r>
          </a:p>
          <a:p>
            <a:pPr lvl="0"/>
            <a:r>
              <a:rPr lang="en-US" sz="2000" dirty="0"/>
              <a:t>Allow time for </a:t>
            </a:r>
            <a:r>
              <a:rPr lang="en-US" sz="2000" b="1" dirty="0"/>
              <a:t>salespeople</a:t>
            </a:r>
            <a:r>
              <a:rPr lang="en-US" sz="2000" dirty="0"/>
              <a:t> to provide </a:t>
            </a:r>
            <a:r>
              <a:rPr lang="en-US" sz="2000" b="1" dirty="0"/>
              <a:t>input and discuss issues</a:t>
            </a:r>
            <a:r>
              <a:rPr lang="en-US" sz="2000" dirty="0"/>
              <a:t>. </a:t>
            </a:r>
            <a:endParaRPr lang="en-US" dirty="0"/>
          </a:p>
        </p:txBody>
      </p:sp>
      <p:pic>
        <p:nvPicPr>
          <p:cNvPr id="5124" name="Picture 4" descr="Vector business meeting. flat people on presentation conference illustration. businessman at project strategy infographic. team seminar vector concept">
            <a:extLst>
              <a:ext uri="{FF2B5EF4-FFF2-40B4-BE49-F238E27FC236}">
                <a16:creationId xmlns:a16="http://schemas.microsoft.com/office/drawing/2014/main" id="{3B6A97E6-8488-D0C0-6B56-4E6844BCB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1486" y="3048000"/>
            <a:ext cx="3962400" cy="2740766"/>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630875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type="title"/>
          </p:nvPr>
        </p:nvSpPr>
        <p:spPr>
          <a:xfrm>
            <a:off x="152400" y="152400"/>
            <a:ext cx="8610600" cy="1066800"/>
          </a:xfrm>
          <a:solidFill>
            <a:schemeClr val="bg2">
              <a:lumMod val="60000"/>
              <a:lumOff val="40000"/>
            </a:schemeClr>
          </a:solidFill>
        </p:spPr>
        <p:txBody>
          <a:bodyPr/>
          <a:lstStyle/>
          <a:p>
            <a:r>
              <a:rPr lang="en-US" sz="3400" dirty="0"/>
              <a:t>Tips for Conducting an </a:t>
            </a:r>
            <a:br>
              <a:rPr lang="en-US" sz="3400" dirty="0"/>
            </a:br>
            <a:r>
              <a:rPr lang="en-US" sz="3400" dirty="0"/>
              <a:t>Effective Sales Meeting (continued)</a:t>
            </a:r>
          </a:p>
        </p:txBody>
      </p:sp>
      <p:sp>
        <p:nvSpPr>
          <p:cNvPr id="2" name="Content Placeholder 1"/>
          <p:cNvSpPr>
            <a:spLocks noGrp="1"/>
          </p:cNvSpPr>
          <p:nvPr>
            <p:ph idx="1"/>
          </p:nvPr>
        </p:nvSpPr>
        <p:spPr>
          <a:xfrm>
            <a:off x="152400" y="1371600"/>
            <a:ext cx="8839200" cy="2216012"/>
          </a:xfrm>
          <a:solidFill>
            <a:schemeClr val="bg2">
              <a:lumMod val="20000"/>
              <a:lumOff val="80000"/>
            </a:schemeClr>
          </a:solidFill>
          <a:scene3d>
            <a:camera prst="orthographicFront"/>
            <a:lightRig rig="threePt" dir="t"/>
          </a:scene3d>
          <a:sp3d>
            <a:bevelT/>
          </a:sp3d>
        </p:spPr>
        <p:txBody>
          <a:bodyPr/>
          <a:lstStyle/>
          <a:p>
            <a:pPr lvl="0"/>
            <a:r>
              <a:rPr lang="en-US" sz="2000" b="1" dirty="0"/>
              <a:t>Do not waste time </a:t>
            </a:r>
            <a:r>
              <a:rPr lang="en-US" sz="2000" dirty="0"/>
              <a:t>on updates that could be provided by other means.</a:t>
            </a:r>
          </a:p>
          <a:p>
            <a:pPr lvl="0"/>
            <a:r>
              <a:rPr lang="en-US" sz="2000" b="1" dirty="0"/>
              <a:t>Implement activities </a:t>
            </a:r>
            <a:r>
              <a:rPr lang="en-US" sz="2000" dirty="0"/>
              <a:t>that motivate and reward.</a:t>
            </a:r>
          </a:p>
          <a:p>
            <a:pPr lvl="0"/>
            <a:r>
              <a:rPr lang="en-US" sz="2000" b="1" dirty="0"/>
              <a:t>Provide an educational component </a:t>
            </a:r>
            <a:r>
              <a:rPr lang="en-US" sz="2000" dirty="0"/>
              <a:t>to help improve salesperson skills.</a:t>
            </a:r>
          </a:p>
          <a:p>
            <a:pPr lvl="0"/>
            <a:r>
              <a:rPr lang="en-US" sz="2000" b="1" dirty="0"/>
              <a:t>Consider integrating other departments</a:t>
            </a:r>
            <a:r>
              <a:rPr lang="en-US" sz="2000" dirty="0"/>
              <a:t>, such as marketing, into your meeting.</a:t>
            </a:r>
          </a:p>
          <a:p>
            <a:pPr lvl="0"/>
            <a:r>
              <a:rPr lang="en-US" sz="2000" b="1" dirty="0"/>
              <a:t>Provide “next steps” </a:t>
            </a:r>
            <a:r>
              <a:rPr lang="en-US" sz="2000" dirty="0"/>
              <a:t>for anything decided upon at the meeting.</a:t>
            </a:r>
          </a:p>
        </p:txBody>
      </p:sp>
      <p:pic>
        <p:nvPicPr>
          <p:cNvPr id="6146" name="Picture 2" descr="Free photo focused boss communicating with workers">
            <a:extLst>
              <a:ext uri="{FF2B5EF4-FFF2-40B4-BE49-F238E27FC236}">
                <a16:creationId xmlns:a16="http://schemas.microsoft.com/office/drawing/2014/main" id="{5F604397-DBAF-1E5A-58B1-5C361FE907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5371" y="3710722"/>
            <a:ext cx="4495800" cy="2994806"/>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18853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AC50-7648-4AD2-8127-B3DABE429248}"/>
              </a:ext>
            </a:extLst>
          </p:cNvPr>
          <p:cNvSpPr>
            <a:spLocks noGrp="1"/>
          </p:cNvSpPr>
          <p:nvPr>
            <p:ph type="title"/>
          </p:nvPr>
        </p:nvSpPr>
        <p:spPr>
          <a:xfrm>
            <a:off x="203994" y="152400"/>
            <a:ext cx="8610600" cy="1066800"/>
          </a:xfrm>
          <a:solidFill>
            <a:schemeClr val="bg2">
              <a:lumMod val="60000"/>
              <a:lumOff val="40000"/>
            </a:schemeClr>
          </a:solidFill>
        </p:spPr>
        <p:txBody>
          <a:bodyPr/>
          <a:lstStyle/>
          <a:p>
            <a:r>
              <a:rPr lang="en-US" dirty="0"/>
              <a:t>An Ethical Dilemma</a:t>
            </a:r>
          </a:p>
        </p:txBody>
      </p:sp>
      <p:sp>
        <p:nvSpPr>
          <p:cNvPr id="4" name="Rectangle 3">
            <a:extLst>
              <a:ext uri="{FF2B5EF4-FFF2-40B4-BE49-F238E27FC236}">
                <a16:creationId xmlns:a16="http://schemas.microsoft.com/office/drawing/2014/main" id="{2C217186-EFBE-4188-9961-CB2C89961A74}"/>
              </a:ext>
            </a:extLst>
          </p:cNvPr>
          <p:cNvSpPr/>
          <p:nvPr/>
        </p:nvSpPr>
        <p:spPr bwMode="auto">
          <a:xfrm>
            <a:off x="0" y="6400800"/>
            <a:ext cx="2057400" cy="457200"/>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a:endParaRPr>
          </a:p>
        </p:txBody>
      </p:sp>
      <p:sp>
        <p:nvSpPr>
          <p:cNvPr id="3" name="Content Placeholder 2">
            <a:extLst>
              <a:ext uri="{FF2B5EF4-FFF2-40B4-BE49-F238E27FC236}">
                <a16:creationId xmlns:a16="http://schemas.microsoft.com/office/drawing/2014/main" id="{D41BA51B-2A62-4E36-9A9C-4A4BD3322962}"/>
              </a:ext>
            </a:extLst>
          </p:cNvPr>
          <p:cNvSpPr>
            <a:spLocks noGrp="1"/>
          </p:cNvSpPr>
          <p:nvPr>
            <p:ph idx="1"/>
          </p:nvPr>
        </p:nvSpPr>
        <p:spPr>
          <a:xfrm>
            <a:off x="171337" y="1066800"/>
            <a:ext cx="8972663" cy="5638800"/>
          </a:xfrm>
        </p:spPr>
        <p:txBody>
          <a:bodyPr/>
          <a:lstStyle/>
          <a:p>
            <a:pPr marL="0" marR="0" indent="0">
              <a:spcBef>
                <a:spcPts val="0"/>
              </a:spcBef>
              <a:spcAft>
                <a:spcPts val="0"/>
              </a:spcAft>
              <a:buNone/>
            </a:pPr>
            <a:endParaRPr lang="en-US" sz="1700" dirty="0">
              <a:latin typeface="Times New Roman" panose="02020603050405020304" pitchFamily="18" charset="0"/>
              <a:ea typeface="Calibri" panose="020F0502020204030204" pitchFamily="34" charset="0"/>
              <a:cs typeface="Times New Roman" panose="02020603050405020304" pitchFamily="18" charset="0"/>
            </a:endParaRPr>
          </a:p>
          <a:p>
            <a:pPr marL="0" marR="0" indent="0">
              <a:spcBef>
                <a:spcPts val="0"/>
              </a:spcBef>
              <a:spcAft>
                <a:spcPts val="0"/>
              </a:spcAft>
              <a:buNone/>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You are a district sales manager for a rapidly growing solar power firm.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There are seven salespeople in your district</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Your company has set an aggressive district quota for this year. But</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 if your district exceeds this quota, you will receive a nice bonus</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which is what you need to make the down payment on a house that you and your spouse want to purchase. As you review the performance of your district,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it looks like you have a good chance of exceeding your district quota</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Most of your sales reps are on track, but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your star salesperson is 10 percent over quota already</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It looks like this salesperson will ensure that your district quota is achieved, so you want to make sure you support this salesperson as much as you can throughout the remainder of the year. However, </a:t>
            </a:r>
            <a:r>
              <a:rPr lang="en-US" sz="1700" b="1" dirty="0">
                <a:effectLst/>
                <a:latin typeface="Times New Roman" panose="02020603050405020304" pitchFamily="18" charset="0"/>
                <a:ea typeface="Calibri" panose="020F0502020204030204" pitchFamily="34" charset="0"/>
                <a:cs typeface="Times New Roman" panose="02020603050405020304" pitchFamily="18" charset="0"/>
              </a:rPr>
              <a:t>as you are reviewing recent expense reports, it becomes obvious to you that this star salesperson has been “padding” her expense report by claiming reimbursement for personal expenses</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 If true, this is a violation of your sales organization’s code of ethics and could warrant termination of the salesperson. What would you do?</a:t>
            </a:r>
          </a:p>
          <a:p>
            <a:pPr marL="0" marR="0" indent="0">
              <a:spcBef>
                <a:spcPts val="0"/>
              </a:spcBef>
              <a:spcAft>
                <a:spcPts val="0"/>
              </a:spcAft>
              <a:buNone/>
            </a:pPr>
            <a:endParaRPr lang="en-US" sz="1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indent="-342900">
              <a:spcBef>
                <a:spcPts val="0"/>
              </a:spcBef>
              <a:spcAft>
                <a:spcPts val="0"/>
              </a:spcAft>
              <a:buAutoNum type="alphaLcPeriod"/>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Ignore the expense account padding. My star salesperson deserves a little extra for all she does for  our organization.</a:t>
            </a:r>
          </a:p>
          <a:p>
            <a:pPr marL="342900" marR="0" indent="-342900">
              <a:spcBef>
                <a:spcPts val="0"/>
              </a:spcBef>
              <a:spcAft>
                <a:spcPts val="0"/>
              </a:spcAft>
              <a:buAutoNum type="alphaLcPeriod" startAt="2"/>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Discuss this finding with my star salesperson to confirm that it is a violation. Tell her to stop</a:t>
            </a:r>
          </a:p>
          <a:p>
            <a:pPr marL="0" marR="0" indent="0">
              <a:spcBef>
                <a:spcPts val="0"/>
              </a:spcBef>
              <a:spcAft>
                <a:spcPts val="0"/>
              </a:spcAft>
              <a:buNone/>
            </a:pPr>
            <a:r>
              <a:rPr lang="en-US" sz="1700" dirty="0">
                <a:latin typeface="Times New Roman" panose="02020603050405020304" pitchFamily="18" charset="0"/>
                <a:ea typeface="Calibri" panose="020F0502020204030204" pitchFamily="34" charset="0"/>
                <a:cs typeface="Times New Roman" panose="02020603050405020304" pitchFamily="18" charset="0"/>
              </a:rPr>
              <a:t>       </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expensing personal items or she will be reprimanded.</a:t>
            </a:r>
          </a:p>
          <a:p>
            <a:pPr marL="342900" marR="0" indent="-342900">
              <a:spcBef>
                <a:spcPts val="0"/>
              </a:spcBef>
              <a:spcAft>
                <a:spcPts val="0"/>
              </a:spcAft>
              <a:buAutoNum type="alphaLcPeriod" startAt="3"/>
            </a:pP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Discuss this finding with my star salesperson to confirm that it is a violation. Tell her that</a:t>
            </a:r>
          </a:p>
          <a:p>
            <a:pPr marL="0" marR="0" indent="0">
              <a:spcBef>
                <a:spcPts val="0"/>
              </a:spcBef>
              <a:spcAft>
                <a:spcPts val="0"/>
              </a:spcAft>
              <a:buNone/>
            </a:pPr>
            <a:r>
              <a:rPr lang="en-US" sz="1700" dirty="0">
                <a:latin typeface="Times New Roman" panose="02020603050405020304" pitchFamily="18" charset="0"/>
                <a:ea typeface="Calibri" panose="020F0502020204030204" pitchFamily="34" charset="0"/>
                <a:cs typeface="Times New Roman" panose="02020603050405020304" pitchFamily="18" charset="0"/>
              </a:rPr>
              <a:t>      </a:t>
            </a:r>
            <a:r>
              <a:rPr lang="en-US" sz="1700" dirty="0">
                <a:effectLst/>
                <a:latin typeface="Times New Roman" panose="02020603050405020304" pitchFamily="18" charset="0"/>
                <a:ea typeface="Calibri" panose="020F0502020204030204" pitchFamily="34" charset="0"/>
                <a:cs typeface="Times New Roman" panose="02020603050405020304" pitchFamily="18" charset="0"/>
              </a:rPr>
              <a:t>expensing personal items is against company policy and terminate her.</a:t>
            </a:r>
          </a:p>
          <a:p>
            <a:pPr marL="0" marR="0" indent="0">
              <a:spcBef>
                <a:spcPts val="0"/>
              </a:spcBef>
              <a:spcAft>
                <a:spcPts val="0"/>
              </a:spcAft>
              <a:buNone/>
            </a:pPr>
            <a:r>
              <a:rPr lang="en-US" sz="1800" dirty="0">
                <a:latin typeface="Times New Roman" panose="02020603050405020304" pitchFamily="18" charset="0"/>
                <a:ea typeface="Calibri" panose="020F0502020204030204" pitchFamily="34" charset="0"/>
                <a:cs typeface="Times New Roman" panose="02020603050405020304" pitchFamily="18" charset="0"/>
              </a:rPr>
              <a:t>d.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Do something else not listed here.</a:t>
            </a:r>
          </a:p>
          <a:p>
            <a:pPr marL="0" marR="0" indent="0">
              <a:spcBef>
                <a:spcPts val="0"/>
              </a:spcBef>
              <a:spcAft>
                <a:spcPts val="0"/>
              </a:spcAft>
              <a:buNone/>
            </a:pP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800" dirty="0">
              <a:solidFill>
                <a:srgbClr val="0070C0"/>
              </a:solidFill>
            </a:endParaRPr>
          </a:p>
        </p:txBody>
      </p:sp>
    </p:spTree>
    <p:extLst>
      <p:ext uri="{BB962C8B-B14F-4D97-AF65-F5344CB8AC3E}">
        <p14:creationId xmlns:p14="http://schemas.microsoft.com/office/powerpoint/2010/main" val="176970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chemeClr val="bg2">
              <a:lumMod val="60000"/>
              <a:lumOff val="40000"/>
            </a:schemeClr>
          </a:solidFill>
        </p:spPr>
        <p:txBody>
          <a:bodyPr/>
          <a:lstStyle/>
          <a:p>
            <a:r>
              <a:rPr lang="en-US" dirty="0"/>
              <a:t>Approaches to Management Ethics</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05000"/>
            <a:ext cx="8229600" cy="367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86D8990A-35ED-4FC5-87C3-5F3EF040BEBC}"/>
              </a:ext>
            </a:extLst>
          </p:cNvPr>
          <p:cNvSpPr txBox="1"/>
          <p:nvPr/>
        </p:nvSpPr>
        <p:spPr>
          <a:xfrm>
            <a:off x="2286000" y="4800600"/>
            <a:ext cx="242374" cy="338554"/>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9369046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D21E4-543E-4BE4-A444-593B63267FE0}"/>
              </a:ext>
            </a:extLst>
          </p:cNvPr>
          <p:cNvSpPr>
            <a:spLocks noGrp="1"/>
          </p:cNvSpPr>
          <p:nvPr>
            <p:ph type="title"/>
          </p:nvPr>
        </p:nvSpPr>
        <p:spPr>
          <a:xfrm>
            <a:off x="152400" y="304800"/>
            <a:ext cx="8610600" cy="1066800"/>
          </a:xfrm>
          <a:solidFill>
            <a:schemeClr val="bg2">
              <a:lumMod val="60000"/>
              <a:lumOff val="40000"/>
            </a:schemeClr>
          </a:solidFill>
        </p:spPr>
        <p:txBody>
          <a:bodyPr/>
          <a:lstStyle/>
          <a:p>
            <a:r>
              <a:rPr lang="en-US" dirty="0"/>
              <a:t>Ethical Leadership</a:t>
            </a:r>
          </a:p>
        </p:txBody>
      </p:sp>
      <p:sp>
        <p:nvSpPr>
          <p:cNvPr id="3" name="Content Placeholder 2">
            <a:extLst>
              <a:ext uri="{FF2B5EF4-FFF2-40B4-BE49-F238E27FC236}">
                <a16:creationId xmlns:a16="http://schemas.microsoft.com/office/drawing/2014/main" id="{999A4E08-C5A8-4617-BAAA-DD3AE2FBF319}"/>
              </a:ext>
            </a:extLst>
          </p:cNvPr>
          <p:cNvSpPr>
            <a:spLocks noGrp="1"/>
          </p:cNvSpPr>
          <p:nvPr>
            <p:ph idx="1"/>
          </p:nvPr>
        </p:nvSpPr>
        <p:spPr>
          <a:xfrm>
            <a:off x="304800" y="1600200"/>
            <a:ext cx="5461000" cy="4462462"/>
          </a:xfrm>
          <a:solidFill>
            <a:schemeClr val="bg2">
              <a:lumMod val="20000"/>
              <a:lumOff val="80000"/>
            </a:schemeClr>
          </a:solidFill>
          <a:scene3d>
            <a:camera prst="orthographicFront"/>
            <a:lightRig rig="threePt" dir="t"/>
          </a:scene3d>
          <a:sp3d>
            <a:bevelT/>
          </a:sp3d>
        </p:spPr>
        <p:txBody>
          <a:bodyPr/>
          <a:lstStyle/>
          <a:p>
            <a:pPr marL="0" indent="0">
              <a:buNone/>
            </a:pPr>
            <a:r>
              <a:rPr lang="en-US" sz="2200" dirty="0"/>
              <a:t>Ethical Leaders:</a:t>
            </a:r>
          </a:p>
          <a:p>
            <a:endParaRPr lang="en-US" sz="2200" dirty="0"/>
          </a:p>
          <a:p>
            <a:pPr>
              <a:spcBef>
                <a:spcPts val="0"/>
              </a:spcBef>
            </a:pPr>
            <a:r>
              <a:rPr lang="en-US" sz="2200" dirty="0"/>
              <a:t>Communicate an ethics and values </a:t>
            </a:r>
          </a:p>
          <a:p>
            <a:pPr marL="0" indent="0">
              <a:spcBef>
                <a:spcPts val="0"/>
              </a:spcBef>
              <a:buNone/>
            </a:pPr>
            <a:r>
              <a:rPr lang="en-US" sz="2200" dirty="0"/>
              <a:t>    message</a:t>
            </a:r>
          </a:p>
          <a:p>
            <a:r>
              <a:rPr lang="en-US" sz="2200" dirty="0"/>
              <a:t>Role model acceptable ethical behavior</a:t>
            </a:r>
          </a:p>
          <a:p>
            <a:pPr>
              <a:spcBef>
                <a:spcPts val="0"/>
              </a:spcBef>
            </a:pPr>
            <a:r>
              <a:rPr lang="en-US" sz="2200" dirty="0"/>
              <a:t>Listen to employees and consider their </a:t>
            </a:r>
          </a:p>
          <a:p>
            <a:pPr marL="0" indent="0">
              <a:spcBef>
                <a:spcPts val="0"/>
              </a:spcBef>
              <a:buNone/>
            </a:pPr>
            <a:r>
              <a:rPr lang="en-US" sz="2200" dirty="0"/>
              <a:t>    best interests in making fair and </a:t>
            </a:r>
          </a:p>
          <a:p>
            <a:pPr marL="0" indent="0">
              <a:spcBef>
                <a:spcPts val="0"/>
              </a:spcBef>
              <a:buNone/>
            </a:pPr>
            <a:r>
              <a:rPr lang="en-US" sz="2200" dirty="0"/>
              <a:t>    balanced decisions</a:t>
            </a:r>
          </a:p>
          <a:p>
            <a:r>
              <a:rPr lang="en-US" sz="2200" dirty="0"/>
              <a:t>Develop employee trust</a:t>
            </a:r>
          </a:p>
          <a:p>
            <a:r>
              <a:rPr lang="en-US" sz="2200" dirty="0"/>
              <a:t>Judge success by how results are obtained</a:t>
            </a:r>
          </a:p>
          <a:p>
            <a:r>
              <a:rPr lang="en-US" sz="2200" dirty="0"/>
              <a:t>Punish unethical behavior</a:t>
            </a:r>
          </a:p>
        </p:txBody>
      </p:sp>
      <p:pic>
        <p:nvPicPr>
          <p:cNvPr id="7170" name="Picture 2" descr="Free photo still life illustrating ethics concept">
            <a:extLst>
              <a:ext uri="{FF2B5EF4-FFF2-40B4-BE49-F238E27FC236}">
                <a16:creationId xmlns:a16="http://schemas.microsoft.com/office/drawing/2014/main" id="{4D8BB980-FB71-C615-4DD2-337EE5CA4F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863064"/>
            <a:ext cx="3209560" cy="2143125"/>
          </a:xfrm>
          <a:prstGeom prst="rect">
            <a:avLst/>
          </a:prstGeom>
          <a:noFill/>
          <a:effectLst>
            <a:reflection blurRad="6350" stA="50000" endA="295" endPos="92000" dist="101600" dir="5400000" sy="-100000" algn="bl" rotWithShape="0"/>
            <a:softEdge rad="63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8141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DAA8-598A-4177-9B86-FCEF190A585F}"/>
              </a:ext>
            </a:extLst>
          </p:cNvPr>
          <p:cNvSpPr>
            <a:spLocks noGrp="1"/>
          </p:cNvSpPr>
          <p:nvPr>
            <p:ph type="title"/>
          </p:nvPr>
        </p:nvSpPr>
        <p:spPr>
          <a:solidFill>
            <a:schemeClr val="bg2">
              <a:lumMod val="60000"/>
              <a:lumOff val="40000"/>
            </a:schemeClr>
          </a:solidFill>
        </p:spPr>
        <p:txBody>
          <a:bodyPr/>
          <a:lstStyle/>
          <a:p>
            <a:r>
              <a:rPr lang="en-US" dirty="0"/>
              <a:t>Ethical Issues</a:t>
            </a:r>
          </a:p>
        </p:txBody>
      </p:sp>
      <p:sp>
        <p:nvSpPr>
          <p:cNvPr id="3" name="Content Placeholder 2">
            <a:extLst>
              <a:ext uri="{FF2B5EF4-FFF2-40B4-BE49-F238E27FC236}">
                <a16:creationId xmlns:a16="http://schemas.microsoft.com/office/drawing/2014/main" id="{35BC5B5F-ADB0-4CB6-863F-B30FC69F51F6}"/>
              </a:ext>
            </a:extLst>
          </p:cNvPr>
          <p:cNvSpPr>
            <a:spLocks noGrp="1"/>
          </p:cNvSpPr>
          <p:nvPr>
            <p:ph idx="1"/>
          </p:nvPr>
        </p:nvSpPr>
        <p:spPr/>
        <p:txBody>
          <a:bodyPr/>
          <a:lstStyle/>
          <a:p>
            <a:pPr marL="0" marR="0" indent="0">
              <a:spcBef>
                <a:spcPts val="0"/>
              </a:spcBef>
              <a:spcAft>
                <a:spcPts val="0"/>
              </a:spcAft>
              <a:buNone/>
              <a:tabLst>
                <a:tab pos="-685800" algn="l"/>
                <a:tab pos="342900" algn="l"/>
                <a:tab pos="571500" algn="l"/>
                <a:tab pos="800100" algn="l"/>
                <a:tab pos="1371600" algn="l"/>
              </a:tabLst>
            </a:pPr>
            <a:r>
              <a:rPr lang="en-US" b="1" dirty="0">
                <a:effectLst/>
                <a:latin typeface="Times New Roman" panose="02020603050405020304" pitchFamily="18" charset="0"/>
                <a:ea typeface="Times New Roman" panose="02020603050405020304" pitchFamily="18" charset="0"/>
              </a:rPr>
              <a:t>Scenario 1</a:t>
            </a:r>
            <a:endParaRPr lang="en-US" dirty="0">
              <a:effectLst/>
              <a:latin typeface="Times New Roman" panose="02020603050405020304" pitchFamily="18" charset="0"/>
              <a:ea typeface="Times New Roman" panose="02020603050405020304" pitchFamily="18" charset="0"/>
            </a:endParaRPr>
          </a:p>
          <a:p>
            <a:pPr marL="571500" marR="0">
              <a:spcBef>
                <a:spcPts val="0"/>
              </a:spcBef>
              <a:spcAft>
                <a:spcPts val="0"/>
              </a:spcAft>
              <a:tabLst>
                <a:tab pos="-685800" algn="l"/>
                <a:tab pos="342900" algn="l"/>
                <a:tab pos="571500" algn="l"/>
                <a:tab pos="800100" algn="l"/>
                <a:tab pos="1371600" algn="l"/>
              </a:tabLst>
            </a:pPr>
            <a:r>
              <a:rPr lang="en-US" dirty="0">
                <a:effectLst/>
                <a:latin typeface="Times New Roman" panose="02020603050405020304" pitchFamily="18" charset="0"/>
                <a:ea typeface="Times New Roman" panose="02020603050405020304" pitchFamily="18" charset="0"/>
              </a:rPr>
              <a:t>A sales-oriented organization frequently had contests to increase sales.  The prizes offered included expense paid vacation trips to highly desirable locations, HDTVs, and other valuable merchandise.</a:t>
            </a:r>
          </a:p>
          <a:p>
            <a:pPr marL="0" marR="0" indent="0">
              <a:spcBef>
                <a:spcPts val="0"/>
              </a:spcBef>
              <a:spcAft>
                <a:spcPts val="0"/>
              </a:spcAft>
              <a:buNone/>
              <a:tabLst>
                <a:tab pos="-685800" algn="l"/>
                <a:tab pos="342900" algn="l"/>
                <a:tab pos="571500" algn="l"/>
                <a:tab pos="800100" algn="l"/>
                <a:tab pos="1371600" algn="l"/>
              </a:tabLst>
            </a:pPr>
            <a:endParaRPr lang="en-US" dirty="0">
              <a:effectLst/>
              <a:latin typeface="Times New Roman" panose="02020603050405020304" pitchFamily="18" charset="0"/>
              <a:ea typeface="Times New Roman" panose="02020603050405020304" pitchFamily="18" charset="0"/>
            </a:endParaRPr>
          </a:p>
          <a:p>
            <a:pPr marL="571500" marR="0">
              <a:spcBef>
                <a:spcPts val="0"/>
              </a:spcBef>
              <a:spcAft>
                <a:spcPts val="0"/>
              </a:spcAft>
              <a:tabLst>
                <a:tab pos="-685800" algn="l"/>
                <a:tab pos="342900" algn="l"/>
                <a:tab pos="571500" algn="l"/>
                <a:tab pos="800100" algn="l"/>
                <a:tab pos="1371600" algn="l"/>
              </a:tabLst>
            </a:pPr>
            <a:r>
              <a:rPr lang="en-US" dirty="0">
                <a:effectLst/>
                <a:latin typeface="Times New Roman" panose="02020603050405020304" pitchFamily="18" charset="0"/>
                <a:ea typeface="Times New Roman" panose="02020603050405020304" pitchFamily="18" charset="0"/>
              </a:rPr>
              <a:t>Some of the sales personnel in the organization would hold orders and pressure reluctant buyers to "buy now" in order to maximize sales during the time period of the contest.</a:t>
            </a:r>
            <a:endParaRPr lang="en-US" dirty="0"/>
          </a:p>
        </p:txBody>
      </p:sp>
    </p:spTree>
    <p:extLst>
      <p:ext uri="{BB962C8B-B14F-4D97-AF65-F5344CB8AC3E}">
        <p14:creationId xmlns:p14="http://schemas.microsoft.com/office/powerpoint/2010/main" val="3461011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DAA8-598A-4177-9B86-FCEF190A585F}"/>
              </a:ext>
            </a:extLst>
          </p:cNvPr>
          <p:cNvSpPr>
            <a:spLocks noGrp="1"/>
          </p:cNvSpPr>
          <p:nvPr>
            <p:ph type="title"/>
          </p:nvPr>
        </p:nvSpPr>
        <p:spPr>
          <a:solidFill>
            <a:schemeClr val="bg2">
              <a:lumMod val="60000"/>
              <a:lumOff val="40000"/>
            </a:schemeClr>
          </a:solidFill>
        </p:spPr>
        <p:txBody>
          <a:bodyPr/>
          <a:lstStyle/>
          <a:p>
            <a:r>
              <a:rPr lang="en-US" dirty="0"/>
              <a:t>Ethical Issues</a:t>
            </a:r>
          </a:p>
        </p:txBody>
      </p:sp>
      <p:sp>
        <p:nvSpPr>
          <p:cNvPr id="3" name="Content Placeholder 2">
            <a:extLst>
              <a:ext uri="{FF2B5EF4-FFF2-40B4-BE49-F238E27FC236}">
                <a16:creationId xmlns:a16="http://schemas.microsoft.com/office/drawing/2014/main" id="{35BC5B5F-ADB0-4CB6-863F-B30FC69F51F6}"/>
              </a:ext>
            </a:extLst>
          </p:cNvPr>
          <p:cNvSpPr>
            <a:spLocks noGrp="1"/>
          </p:cNvSpPr>
          <p:nvPr>
            <p:ph idx="1"/>
          </p:nvPr>
        </p:nvSpPr>
        <p:spPr/>
        <p:txBody>
          <a:bodyPr/>
          <a:lstStyle/>
          <a:p>
            <a:pPr marL="0" marR="0" indent="0">
              <a:spcBef>
                <a:spcPts val="0"/>
              </a:spcBef>
              <a:spcAft>
                <a:spcPts val="0"/>
              </a:spcAft>
              <a:buNone/>
              <a:tabLst>
                <a:tab pos="-685800" algn="l"/>
                <a:tab pos="342900" algn="l"/>
                <a:tab pos="571500" algn="l"/>
                <a:tab pos="800100" algn="l"/>
                <a:tab pos="1371600" algn="l"/>
              </a:tabLst>
            </a:pPr>
            <a:r>
              <a:rPr lang="en-US" sz="2000" b="1"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Scenario 2</a:t>
            </a:r>
            <a:endParaRPr lang="en-US" dirty="0">
              <a:effectLst/>
              <a:latin typeface="Times New Roman" panose="02020603050405020304" pitchFamily="18" charset="0"/>
              <a:ea typeface="Times New Roman" panose="02020603050405020304" pitchFamily="18" charset="0"/>
            </a:endParaRPr>
          </a:p>
          <a:p>
            <a:pPr marL="571500" marR="0">
              <a:spcBef>
                <a:spcPts val="0"/>
              </a:spcBef>
              <a:spcAft>
                <a:spcPts val="0"/>
              </a:spcAft>
              <a:tabLst>
                <a:tab pos="-685800" algn="l"/>
                <a:tab pos="342900" algn="l"/>
                <a:tab pos="571500" algn="l"/>
                <a:tab pos="800100" algn="l"/>
                <a:tab pos="1371600" algn="l"/>
              </a:tabLst>
            </a:pPr>
            <a:r>
              <a:rPr lang="en-US" sz="2000" dirty="0">
                <a:effectLst/>
                <a:latin typeface="Times New Roman" panose="02020603050405020304" pitchFamily="18" charset="0"/>
                <a:ea typeface="Times New Roman" panose="02020603050405020304" pitchFamily="18" charset="0"/>
              </a:rPr>
              <a:t>The merchandise delivery from a direct sales organization to its sales representative usually takes three full days (Monday through Friday).  If merchandise is shown and ordered by Wednesday, there is only about a 30% chance it will be received by Friday.</a:t>
            </a:r>
          </a:p>
          <a:p>
            <a:pPr marL="0" marR="0" indent="0">
              <a:spcBef>
                <a:spcPts val="0"/>
              </a:spcBef>
              <a:spcAft>
                <a:spcPts val="0"/>
              </a:spcAft>
              <a:buNone/>
              <a:tabLst>
                <a:tab pos="-685800" algn="l"/>
                <a:tab pos="342900" algn="l"/>
                <a:tab pos="571500" algn="l"/>
                <a:tab pos="800100" algn="l"/>
                <a:tab pos="1371600" algn="l"/>
              </a:tabLst>
            </a:pPr>
            <a:r>
              <a:rPr lang="en-US" sz="2000" dirty="0">
                <a:effectLst/>
                <a:latin typeface="Times New Roman" panose="02020603050405020304" pitchFamily="18" charset="0"/>
                <a:ea typeface="Times New Roman" panose="02020603050405020304" pitchFamily="18" charset="0"/>
              </a:rPr>
              <a:t> </a:t>
            </a:r>
          </a:p>
          <a:p>
            <a:pPr marL="571500" marR="0">
              <a:spcBef>
                <a:spcPts val="0"/>
              </a:spcBef>
              <a:spcAft>
                <a:spcPts val="0"/>
              </a:spcAft>
              <a:tabLst>
                <a:tab pos="-685800" algn="l"/>
                <a:tab pos="342900" algn="l"/>
                <a:tab pos="571500" algn="l"/>
                <a:tab pos="800100" algn="l"/>
                <a:tab pos="1371600" algn="l"/>
              </a:tabLst>
            </a:pPr>
            <a:r>
              <a:rPr lang="en-US" sz="2000" dirty="0">
                <a:effectLst/>
                <a:latin typeface="Times New Roman" panose="02020603050405020304" pitchFamily="18" charset="0"/>
                <a:ea typeface="Times New Roman" panose="02020603050405020304" pitchFamily="18" charset="0"/>
              </a:rPr>
              <a:t>At a Wednesday showing, a sales representative promises that she can have the merchandise to a customer by Friday.  The customer wants to wear it for a Friday night engagement and would probably not have purchased the item without the salesperson's assurance of a Friday delivery.  However, she will probably accept the merchandise if it doesn't come until Monday.</a:t>
            </a:r>
            <a:endParaRPr lang="en-US" sz="2000" dirty="0"/>
          </a:p>
        </p:txBody>
      </p:sp>
    </p:spTree>
    <p:extLst>
      <p:ext uri="{BB962C8B-B14F-4D97-AF65-F5344CB8AC3E}">
        <p14:creationId xmlns:p14="http://schemas.microsoft.com/office/powerpoint/2010/main" val="40155481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DAA8-598A-4177-9B86-FCEF190A585F}"/>
              </a:ext>
            </a:extLst>
          </p:cNvPr>
          <p:cNvSpPr>
            <a:spLocks noGrp="1"/>
          </p:cNvSpPr>
          <p:nvPr>
            <p:ph type="title"/>
          </p:nvPr>
        </p:nvSpPr>
        <p:spPr>
          <a:solidFill>
            <a:schemeClr val="bg2">
              <a:lumMod val="60000"/>
              <a:lumOff val="40000"/>
            </a:schemeClr>
          </a:solidFill>
        </p:spPr>
        <p:txBody>
          <a:bodyPr/>
          <a:lstStyle/>
          <a:p>
            <a:r>
              <a:rPr lang="en-US" dirty="0"/>
              <a:t>Ethical Issues</a:t>
            </a:r>
          </a:p>
        </p:txBody>
      </p:sp>
      <p:sp>
        <p:nvSpPr>
          <p:cNvPr id="3" name="Content Placeholder 2">
            <a:extLst>
              <a:ext uri="{FF2B5EF4-FFF2-40B4-BE49-F238E27FC236}">
                <a16:creationId xmlns:a16="http://schemas.microsoft.com/office/drawing/2014/main" id="{35BC5B5F-ADB0-4CB6-863F-B30FC69F51F6}"/>
              </a:ext>
            </a:extLst>
          </p:cNvPr>
          <p:cNvSpPr>
            <a:spLocks noGrp="1"/>
          </p:cNvSpPr>
          <p:nvPr>
            <p:ph idx="1"/>
          </p:nvPr>
        </p:nvSpPr>
        <p:spPr/>
        <p:txBody>
          <a:bodyPr/>
          <a:lstStyle/>
          <a:p>
            <a:pPr marL="0" marR="0" indent="0">
              <a:spcBef>
                <a:spcPts val="0"/>
              </a:spcBef>
              <a:spcAft>
                <a:spcPts val="0"/>
              </a:spcAft>
              <a:buNone/>
              <a:tabLst>
                <a:tab pos="-685800" algn="l"/>
                <a:tab pos="342900" algn="l"/>
                <a:tab pos="571500" algn="l"/>
                <a:tab pos="800100" algn="l"/>
                <a:tab pos="1371600" algn="l"/>
              </a:tabLst>
            </a:pPr>
            <a:r>
              <a:rPr lang="en-US" b="1" dirty="0">
                <a:effectLst/>
                <a:latin typeface="Times New Roman" panose="02020603050405020304" pitchFamily="18" charset="0"/>
                <a:ea typeface="Times New Roman" panose="02020603050405020304" pitchFamily="18" charset="0"/>
              </a:rPr>
              <a:t>Scenario 3</a:t>
            </a:r>
            <a:endParaRPr lang="en-US" dirty="0">
              <a:effectLst/>
              <a:latin typeface="Times New Roman" panose="02020603050405020304" pitchFamily="18" charset="0"/>
              <a:ea typeface="Times New Roman" panose="02020603050405020304" pitchFamily="18" charset="0"/>
            </a:endParaRPr>
          </a:p>
          <a:p>
            <a:pPr marL="571500" marR="0">
              <a:spcBef>
                <a:spcPts val="0"/>
              </a:spcBef>
              <a:spcAft>
                <a:spcPts val="0"/>
              </a:spcAft>
              <a:tabLst>
                <a:tab pos="-685800" algn="l"/>
                <a:tab pos="342900" algn="l"/>
                <a:tab pos="571500" algn="l"/>
                <a:tab pos="800100" algn="l"/>
                <a:tab pos="1371600" algn="l"/>
              </a:tabLst>
            </a:pPr>
            <a:r>
              <a:rPr lang="en-US" sz="2000" dirty="0">
                <a:effectLst/>
                <a:latin typeface="Times New Roman" panose="02020603050405020304" pitchFamily="18" charset="0"/>
                <a:ea typeface="Times New Roman" panose="02020603050405020304" pitchFamily="18" charset="0"/>
              </a:rPr>
              <a:t>A direct sales organization has built a reputation for selling quality merchandise at moderate to high prices and sells it through independent sales contractors.  These independent contractors are expected to present the line to potential customers, take orders, and see that the merchandise is delivered.  The success of the organization is highly dependent upon its reputation.</a:t>
            </a:r>
          </a:p>
          <a:p>
            <a:pPr marL="50800" marR="0" indent="0">
              <a:spcBef>
                <a:spcPts val="0"/>
              </a:spcBef>
              <a:spcAft>
                <a:spcPts val="0"/>
              </a:spcAft>
              <a:buNone/>
              <a:tabLst>
                <a:tab pos="-685800" algn="l"/>
                <a:tab pos="342900" algn="l"/>
                <a:tab pos="571500" algn="l"/>
                <a:tab pos="800100" algn="l"/>
                <a:tab pos="1371600" algn="l"/>
              </a:tabLst>
            </a:pPr>
            <a:r>
              <a:rPr lang="en-US" sz="2000" dirty="0">
                <a:effectLst/>
                <a:latin typeface="Times New Roman" panose="02020603050405020304" pitchFamily="18" charset="0"/>
                <a:ea typeface="Times New Roman" panose="02020603050405020304" pitchFamily="18" charset="0"/>
              </a:rPr>
              <a:t> </a:t>
            </a:r>
          </a:p>
          <a:p>
            <a:pPr marL="571500" marR="0">
              <a:spcBef>
                <a:spcPts val="0"/>
              </a:spcBef>
              <a:spcAft>
                <a:spcPts val="0"/>
              </a:spcAft>
              <a:tabLst>
                <a:tab pos="-685800" algn="l"/>
                <a:tab pos="342900" algn="l"/>
                <a:tab pos="571500" algn="l"/>
                <a:tab pos="800100" algn="l"/>
                <a:tab pos="1371600" algn="l"/>
              </a:tabLst>
            </a:pPr>
            <a:r>
              <a:rPr lang="en-US" sz="2000" dirty="0">
                <a:effectLst/>
                <a:latin typeface="Times New Roman" panose="02020603050405020304" pitchFamily="18" charset="0"/>
                <a:ea typeface="Times New Roman" panose="02020603050405020304" pitchFamily="18" charset="0"/>
              </a:rPr>
              <a:t>One independent contractor has purchased another less expensive line of merchandise and is offering it along with that of the organization.  Potential customers are not told that the goods are different from the primary line, and the independent contractor is making a substantial amount of money from the sale of additional merchandise. </a:t>
            </a:r>
            <a:endParaRPr lang="en-US" sz="2000" dirty="0"/>
          </a:p>
        </p:txBody>
      </p:sp>
    </p:spTree>
    <p:extLst>
      <p:ext uri="{BB962C8B-B14F-4D97-AF65-F5344CB8AC3E}">
        <p14:creationId xmlns:p14="http://schemas.microsoft.com/office/powerpoint/2010/main" val="28739903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DDAA8-598A-4177-9B86-FCEF190A585F}"/>
              </a:ext>
            </a:extLst>
          </p:cNvPr>
          <p:cNvSpPr>
            <a:spLocks noGrp="1"/>
          </p:cNvSpPr>
          <p:nvPr>
            <p:ph type="title"/>
          </p:nvPr>
        </p:nvSpPr>
        <p:spPr>
          <a:xfrm>
            <a:off x="266700" y="142195"/>
            <a:ext cx="8610600" cy="1066800"/>
          </a:xfrm>
          <a:solidFill>
            <a:schemeClr val="bg2">
              <a:lumMod val="60000"/>
              <a:lumOff val="40000"/>
            </a:schemeClr>
          </a:solidFill>
        </p:spPr>
        <p:txBody>
          <a:bodyPr/>
          <a:lstStyle/>
          <a:p>
            <a:r>
              <a:rPr lang="en-US" dirty="0"/>
              <a:t>Ethical Issues</a:t>
            </a:r>
          </a:p>
        </p:txBody>
      </p:sp>
      <p:sp>
        <p:nvSpPr>
          <p:cNvPr id="3" name="Content Placeholder 2">
            <a:extLst>
              <a:ext uri="{FF2B5EF4-FFF2-40B4-BE49-F238E27FC236}">
                <a16:creationId xmlns:a16="http://schemas.microsoft.com/office/drawing/2014/main" id="{35BC5B5F-ADB0-4CB6-863F-B30FC69F51F6}"/>
              </a:ext>
            </a:extLst>
          </p:cNvPr>
          <p:cNvSpPr>
            <a:spLocks noGrp="1"/>
          </p:cNvSpPr>
          <p:nvPr>
            <p:ph idx="1"/>
          </p:nvPr>
        </p:nvSpPr>
        <p:spPr>
          <a:xfrm>
            <a:off x="277586" y="1208995"/>
            <a:ext cx="8205788" cy="3896405"/>
          </a:xfrm>
        </p:spPr>
        <p:txBody>
          <a:bodyPr/>
          <a:lstStyle/>
          <a:p>
            <a:pPr marL="0" marR="0" indent="0">
              <a:spcBef>
                <a:spcPts val="0"/>
              </a:spcBef>
              <a:spcAft>
                <a:spcPts val="0"/>
              </a:spcAft>
              <a:buNone/>
              <a:tabLst>
                <a:tab pos="-685800" algn="l"/>
                <a:tab pos="342900" algn="l"/>
                <a:tab pos="571500" algn="l"/>
                <a:tab pos="800100" algn="l"/>
                <a:tab pos="1371600" algn="l"/>
              </a:tabLst>
            </a:pPr>
            <a:r>
              <a:rPr lang="en-US" sz="2000" b="1" dirty="0">
                <a:effectLst/>
                <a:latin typeface="Times New Roman" panose="02020603050405020304" pitchFamily="18" charset="0"/>
                <a:ea typeface="Times New Roman" panose="02020603050405020304" pitchFamily="18" charset="0"/>
              </a:rPr>
              <a:t>	</a:t>
            </a:r>
            <a:r>
              <a:rPr lang="en-US" b="1" dirty="0">
                <a:effectLst/>
                <a:latin typeface="Times New Roman" panose="02020603050405020304" pitchFamily="18" charset="0"/>
                <a:ea typeface="Times New Roman" panose="02020603050405020304" pitchFamily="18" charset="0"/>
              </a:rPr>
              <a:t>Scenario 4</a:t>
            </a:r>
            <a:endParaRPr lang="en-US" dirty="0">
              <a:effectLst/>
              <a:latin typeface="Times New Roman" panose="02020603050405020304" pitchFamily="18" charset="0"/>
              <a:ea typeface="Times New Roman" panose="02020603050405020304" pitchFamily="18" charset="0"/>
            </a:endParaRPr>
          </a:p>
          <a:p>
            <a:pPr marL="571500" marR="0">
              <a:spcBef>
                <a:spcPts val="0"/>
              </a:spcBef>
              <a:spcAft>
                <a:spcPts val="0"/>
              </a:spcAft>
              <a:tabLst>
                <a:tab pos="-685800" algn="l"/>
                <a:tab pos="342900" algn="l"/>
                <a:tab pos="571500" algn="l"/>
                <a:tab pos="800100" algn="l"/>
                <a:tab pos="1371600" algn="l"/>
              </a:tabLst>
            </a:pPr>
            <a:r>
              <a:rPr lang="en-US" sz="2000" dirty="0">
                <a:effectLst/>
                <a:latin typeface="Times New Roman" panose="02020603050405020304" pitchFamily="18" charset="0"/>
                <a:ea typeface="Times New Roman" panose="02020603050405020304" pitchFamily="18" charset="0"/>
              </a:rPr>
              <a:t>A young man, recently hired as a sales representative for an industrial products company, has been working very hard to impress his sales manager with his selling ability</a:t>
            </a:r>
            <a:r>
              <a:rPr lang="en-US" sz="2000" b="1"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At times, this young man, anxious for an order, has been a little over-eager.  </a:t>
            </a:r>
            <a:r>
              <a:rPr lang="en-US" sz="2000" b="1" dirty="0">
                <a:effectLst/>
                <a:latin typeface="Times New Roman" panose="02020603050405020304" pitchFamily="18" charset="0"/>
                <a:ea typeface="Times New Roman" panose="02020603050405020304" pitchFamily="18" charset="0"/>
              </a:rPr>
              <a:t>To get the order, he exaggerates the value of the item or withholds relevant information pertaining to the product he is trying to sell</a:t>
            </a:r>
            <a:r>
              <a:rPr lang="en-US" sz="2000" dirty="0">
                <a:effectLst/>
                <a:latin typeface="Times New Roman" panose="02020603050405020304" pitchFamily="18" charset="0"/>
                <a:ea typeface="Times New Roman" panose="02020603050405020304" pitchFamily="18" charset="0"/>
              </a:rPr>
              <a:t>.  No fraud or deceit is intended by his actions.  He is simply over-eager.</a:t>
            </a:r>
          </a:p>
          <a:p>
            <a:pPr marL="0" marR="0" indent="0">
              <a:spcBef>
                <a:spcPts val="0"/>
              </a:spcBef>
              <a:spcAft>
                <a:spcPts val="0"/>
              </a:spcAft>
              <a:buNone/>
              <a:tabLst>
                <a:tab pos="-685800" algn="l"/>
                <a:tab pos="342900" algn="l"/>
                <a:tab pos="571500" algn="l"/>
                <a:tab pos="800100" algn="l"/>
                <a:tab pos="1371600" algn="l"/>
              </a:tabLst>
            </a:pPr>
            <a:endParaRPr lang="en-US" sz="2000" dirty="0">
              <a:effectLst/>
              <a:latin typeface="Times New Roman" panose="02020603050405020304" pitchFamily="18" charset="0"/>
              <a:ea typeface="Times New Roman" panose="02020603050405020304" pitchFamily="18" charset="0"/>
            </a:endParaRPr>
          </a:p>
          <a:p>
            <a:pPr marL="571500" marR="0">
              <a:spcBef>
                <a:spcPts val="0"/>
              </a:spcBef>
              <a:spcAft>
                <a:spcPts val="0"/>
              </a:spcAft>
              <a:tabLst>
                <a:tab pos="-685800" algn="l"/>
                <a:tab pos="342900" algn="l"/>
                <a:tab pos="571500" algn="l"/>
                <a:tab pos="800100" algn="l"/>
                <a:tab pos="1371600" algn="l"/>
              </a:tabLst>
            </a:pPr>
            <a:r>
              <a:rPr lang="en-US" sz="2000" dirty="0">
                <a:effectLst/>
                <a:latin typeface="Times New Roman" panose="02020603050405020304" pitchFamily="18" charset="0"/>
                <a:ea typeface="Times New Roman" panose="02020603050405020304" pitchFamily="18" charset="0"/>
              </a:rPr>
              <a:t>The sales rep’s sales manager is aware of his actions but has done nothing to stop his practices.</a:t>
            </a:r>
          </a:p>
          <a:p>
            <a:pPr marL="279400" marR="0" indent="0">
              <a:spcBef>
                <a:spcPts val="0"/>
              </a:spcBef>
              <a:spcAft>
                <a:spcPts val="0"/>
              </a:spcAft>
              <a:buNone/>
              <a:tabLst>
                <a:tab pos="-685800" algn="l"/>
                <a:tab pos="342900" algn="l"/>
                <a:tab pos="571500" algn="l"/>
                <a:tab pos="800100" algn="l"/>
                <a:tab pos="1371600" algn="l"/>
              </a:tabLst>
            </a:pPr>
            <a:endParaRPr lang="en-US" sz="2000" dirty="0">
              <a:effectLst/>
              <a:latin typeface="Times New Roman" panose="02020603050405020304" pitchFamily="18" charset="0"/>
              <a:ea typeface="Times New Roman" panose="02020603050405020304" pitchFamily="18" charset="0"/>
            </a:endParaRPr>
          </a:p>
          <a:p>
            <a:pPr marL="279400" marR="0" indent="0">
              <a:spcBef>
                <a:spcPts val="0"/>
              </a:spcBef>
              <a:spcAft>
                <a:spcPts val="0"/>
              </a:spcAft>
              <a:buNone/>
              <a:tabLst>
                <a:tab pos="-685800" algn="l"/>
                <a:tab pos="342900" algn="l"/>
                <a:tab pos="571500" algn="l"/>
                <a:tab pos="800100" algn="l"/>
                <a:tab pos="1371600" algn="l"/>
              </a:tabLst>
            </a:pPr>
            <a:endParaRPr lang="en-US" sz="2000" dirty="0">
              <a:latin typeface="Times New Roman" panose="02020603050405020304" pitchFamily="18" charset="0"/>
              <a:ea typeface="Times New Roman" panose="02020603050405020304" pitchFamily="18" charset="0"/>
            </a:endParaRPr>
          </a:p>
          <a:p>
            <a:pPr marL="279400" marR="0" indent="0">
              <a:spcBef>
                <a:spcPts val="0"/>
              </a:spcBef>
              <a:spcAft>
                <a:spcPts val="0"/>
              </a:spcAft>
              <a:buNone/>
              <a:tabLst>
                <a:tab pos="-685800" algn="l"/>
                <a:tab pos="342900" algn="l"/>
                <a:tab pos="571500" algn="l"/>
                <a:tab pos="800100" algn="l"/>
                <a:tab pos="1371600" algn="l"/>
              </a:tabLst>
            </a:pPr>
            <a:endParaRPr lang="en-US" sz="2000" dirty="0">
              <a:effectLst/>
              <a:latin typeface="Times New Roman" panose="02020603050405020304" pitchFamily="18" charset="0"/>
              <a:ea typeface="Times New Roman" panose="02020603050405020304" pitchFamily="18" charset="0"/>
            </a:endParaRPr>
          </a:p>
          <a:p>
            <a:pPr marL="0" marR="0">
              <a:spcBef>
                <a:spcPts val="0"/>
              </a:spcBef>
              <a:spcAft>
                <a:spcPts val="0"/>
              </a:spcAft>
              <a:tabLst>
                <a:tab pos="-685800" algn="l"/>
                <a:tab pos="342900" algn="l"/>
                <a:tab pos="571500" algn="l"/>
                <a:tab pos="800100" algn="l"/>
                <a:tab pos="1371600" algn="l"/>
              </a:tabLst>
            </a:pPr>
            <a:endParaRPr lang="en-US" sz="2000" dirty="0">
              <a:effectLst/>
              <a:latin typeface="Times New Roman" panose="02020603050405020304" pitchFamily="18" charset="0"/>
              <a:ea typeface="Times New Roman" panose="02020603050405020304" pitchFamily="18" charset="0"/>
            </a:endParaRPr>
          </a:p>
          <a:p>
            <a:pPr marL="279400" marR="0" indent="0">
              <a:spcBef>
                <a:spcPts val="0"/>
              </a:spcBef>
              <a:spcAft>
                <a:spcPts val="0"/>
              </a:spcAft>
              <a:buNone/>
              <a:tabLst>
                <a:tab pos="-685800" algn="l"/>
                <a:tab pos="342900" algn="l"/>
                <a:tab pos="571500" algn="l"/>
                <a:tab pos="800100" algn="l"/>
                <a:tab pos="1371600" algn="l"/>
              </a:tabLst>
            </a:pPr>
            <a:r>
              <a:rPr lang="en-US" sz="1200" dirty="0">
                <a:effectLst/>
                <a:latin typeface="Times New Roman" panose="02020603050405020304" pitchFamily="18" charset="0"/>
                <a:ea typeface="Times New Roman" panose="02020603050405020304" pitchFamily="18" charset="0"/>
              </a:rPr>
              <a:t>Source of ethical issues:  Reidenbach, Eric, Donald Robin and Lyndon Dawson (1991), "An Application and Extension of a Multidimensional Ethics Scale to Selected Marketing Practices," </a:t>
            </a:r>
            <a:r>
              <a:rPr lang="en-US" sz="1200" i="1" dirty="0">
                <a:effectLst/>
                <a:latin typeface="Times New Roman" panose="02020603050405020304" pitchFamily="18" charset="0"/>
                <a:ea typeface="Times New Roman" panose="02020603050405020304" pitchFamily="18" charset="0"/>
              </a:rPr>
              <a:t>Journal of the Academy of Marketing Science</a:t>
            </a:r>
            <a:r>
              <a:rPr lang="en-US" sz="1200" dirty="0">
                <a:effectLst/>
                <a:latin typeface="Times New Roman" panose="02020603050405020304" pitchFamily="18" charset="0"/>
                <a:ea typeface="Times New Roman" panose="02020603050405020304" pitchFamily="18" charset="0"/>
              </a:rPr>
              <a:t>, 19 (Spring), 83-92.</a:t>
            </a:r>
          </a:p>
          <a:p>
            <a:endParaRPr lang="en-US" dirty="0"/>
          </a:p>
        </p:txBody>
      </p:sp>
    </p:spTree>
    <p:extLst>
      <p:ext uri="{BB962C8B-B14F-4D97-AF65-F5344CB8AC3E}">
        <p14:creationId xmlns:p14="http://schemas.microsoft.com/office/powerpoint/2010/main" val="1572071110"/>
      </p:ext>
    </p:extLst>
  </p:cSld>
  <p:clrMapOvr>
    <a:masterClrMapping/>
  </p:clrMapOvr>
</p:sld>
</file>

<file path=ppt/theme/theme1.xml><?xml version="1.0" encoding="utf-8"?>
<a:theme xmlns:a="http://schemas.openxmlformats.org/drawingml/2006/main" name="Office Them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Office Them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outledge_master.potx" id="{9A77C883-1095-4854-8E7E-82E4EE26E2F8}" vid="{0FC05ABE-6AF4-47F1-8D35-2814AB325C2D}"/>
    </a:ext>
  </a:extLst>
</a:theme>
</file>

<file path=ppt/theme/theme2.xml><?xml version="1.0" encoding="utf-8"?>
<a:theme xmlns:a="http://schemas.openxmlformats.org/drawingml/2006/main" name="1_Office Them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panose="02020603050405020304" pitchFamily="18" charset="0"/>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routledge_master.potx" id="{9A77C883-1095-4854-8E7E-82E4EE26E2F8}" vid="{0FC05ABE-6AF4-47F1-8D35-2814AB325C2D}"/>
    </a:ext>
  </a:extLst>
</a:theme>
</file>

<file path=ppt/theme/theme3.xml><?xml version="1.0" encoding="utf-8"?>
<a:theme xmlns:a="http://schemas.openxmlformats.org/drawingml/2006/main" name="1_Sales Management 2015 Routledge">
  <a:themeElements>
    <a:clrScheme name="">
      <a:dk1>
        <a:srgbClr val="000000"/>
      </a:dk1>
      <a:lt1>
        <a:srgbClr val="FFFFFF"/>
      </a:lt1>
      <a:dk2>
        <a:srgbClr val="11147D"/>
      </a:dk2>
      <a:lt2>
        <a:srgbClr val="9DBCDB"/>
      </a:lt2>
      <a:accent1>
        <a:srgbClr val="DEF0FC"/>
      </a:accent1>
      <a:accent2>
        <a:srgbClr val="11147D"/>
      </a:accent2>
      <a:accent3>
        <a:srgbClr val="FFFFFF"/>
      </a:accent3>
      <a:accent4>
        <a:srgbClr val="000000"/>
      </a:accent4>
      <a:accent5>
        <a:srgbClr val="ECF6FD"/>
      </a:accent5>
      <a:accent6>
        <a:srgbClr val="0E1171"/>
      </a:accent6>
      <a:hlink>
        <a:srgbClr val="ADDAF7"/>
      </a:hlink>
      <a:folHlink>
        <a:srgbClr val="3E7AB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a:defRPr>
        </a:defPPr>
      </a:lstStyle>
    </a:lnDef>
  </a:objectDefaults>
  <a:extraClrSchemeLst>
    <a:extraClrScheme>
      <a:clrScheme name="Office Them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Them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Them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Them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Them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Them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Them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Them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Them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1161</TotalTime>
  <Words>3204</Words>
  <Application>Microsoft Office PowerPoint</Application>
  <PresentationFormat>On-screen Show (4:3)</PresentationFormat>
  <Paragraphs>276</Paragraphs>
  <Slides>36</Slides>
  <Notes>22</Notes>
  <HiddenSlides>1</HiddenSlides>
  <MMClips>5</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36</vt:i4>
      </vt:variant>
    </vt:vector>
  </HeadingPairs>
  <TitlesOfParts>
    <vt:vector size="47" baseType="lpstr">
      <vt:lpstr>Arial</vt:lpstr>
      <vt:lpstr>Calibri</vt:lpstr>
      <vt:lpstr>NPRSerif</vt:lpstr>
      <vt:lpstr>Roboto</vt:lpstr>
      <vt:lpstr>Rockwell</vt:lpstr>
      <vt:lpstr>Times</vt:lpstr>
      <vt:lpstr>Times New Roman</vt:lpstr>
      <vt:lpstr>Verdana</vt:lpstr>
      <vt:lpstr>Office Theme</vt:lpstr>
      <vt:lpstr>1_Office Theme</vt:lpstr>
      <vt:lpstr>1_Sales Management 2015 Routledge</vt:lpstr>
      <vt:lpstr>PowerPoint Presentation</vt:lpstr>
      <vt:lpstr>Learning Objectives</vt:lpstr>
      <vt:lpstr>Learning Objectives</vt:lpstr>
      <vt:lpstr>Is This Sales Leadership? </vt:lpstr>
      <vt:lpstr>Sales Leadership, Sales  Management, and Sales Supervision</vt:lpstr>
      <vt:lpstr>Situational Sales Leadership Perspectives</vt:lpstr>
      <vt:lpstr>Leadership Approaches –  Contingent Upon Situational Factors</vt:lpstr>
      <vt:lpstr>Important Sales Leadership Skills</vt:lpstr>
      <vt:lpstr>Leadership Styles &amp; Relationships</vt:lpstr>
      <vt:lpstr>Transformational Leadership</vt:lpstr>
      <vt:lpstr>What do you think?</vt:lpstr>
      <vt:lpstr>Thoughts on Leadership</vt:lpstr>
      <vt:lpstr>Thoughts on Leadership</vt:lpstr>
      <vt:lpstr>Power and Leadership </vt:lpstr>
      <vt:lpstr>Power and Leadership </vt:lpstr>
      <vt:lpstr>Sales Leadership Influence Strategies</vt:lpstr>
      <vt:lpstr>Sales Leadership Influence Strategies</vt:lpstr>
      <vt:lpstr>Power and Influence in Action</vt:lpstr>
      <vt:lpstr>How Sales Managers Can Develop Power</vt:lpstr>
      <vt:lpstr>An Ethical Dilemma</vt:lpstr>
      <vt:lpstr>Sales Leadership Communication</vt:lpstr>
      <vt:lpstr>Tips for More Effective Communication</vt:lpstr>
      <vt:lpstr>The Power of Stories in Leadership</vt:lpstr>
      <vt:lpstr>Coaching</vt:lpstr>
      <vt:lpstr>Coaching Suggestions</vt:lpstr>
      <vt:lpstr>Coaching Areas of Focus (Slide 1 of 2)</vt:lpstr>
      <vt:lpstr>Coaching Areas of Focus (continued)</vt:lpstr>
      <vt:lpstr>Tips for Conducting an  Effective Sales Meeting</vt:lpstr>
      <vt:lpstr>Tips for Conducting an  Effective Sales Meeting (continued)</vt:lpstr>
      <vt:lpstr>An Ethical Dilemma</vt:lpstr>
      <vt:lpstr>Approaches to Management Ethics</vt:lpstr>
      <vt:lpstr>Ethical Leadership</vt:lpstr>
      <vt:lpstr>Ethical Issues</vt:lpstr>
      <vt:lpstr>Ethical Issues</vt:lpstr>
      <vt:lpstr>Ethical Issues</vt:lpstr>
      <vt:lpstr>Ethical Issues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Sales Leadership, Management,  and Supervision</dc:title>
  <dc:creator>chschwepker@gmail.com</dc:creator>
  <cp:lastModifiedBy>Selva, Jorge</cp:lastModifiedBy>
  <cp:revision>40</cp:revision>
  <dcterms:created xsi:type="dcterms:W3CDTF">2018-07-18T16:50:45Z</dcterms:created>
  <dcterms:modified xsi:type="dcterms:W3CDTF">2025-10-15T04:03:08Z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bbab825-a111-45e4-86a1-18cee0005896_Enabled">
    <vt:lpwstr>true</vt:lpwstr>
  </property>
  <property fmtid="{D5CDD505-2E9C-101B-9397-08002B2CF9AE}" pid="3" name="MSIP_Label_2bbab825-a111-45e4-86a1-18cee0005896_SetDate">
    <vt:lpwstr>2023-07-05T10:59:22Z</vt:lpwstr>
  </property>
  <property fmtid="{D5CDD505-2E9C-101B-9397-08002B2CF9AE}" pid="4" name="MSIP_Label_2bbab825-a111-45e4-86a1-18cee0005896_Method">
    <vt:lpwstr>Standard</vt:lpwstr>
  </property>
  <property fmtid="{D5CDD505-2E9C-101B-9397-08002B2CF9AE}" pid="5" name="MSIP_Label_2bbab825-a111-45e4-86a1-18cee0005896_Name">
    <vt:lpwstr>2bbab825-a111-45e4-86a1-18cee0005896</vt:lpwstr>
  </property>
  <property fmtid="{D5CDD505-2E9C-101B-9397-08002B2CF9AE}" pid="6" name="MSIP_Label_2bbab825-a111-45e4-86a1-18cee0005896_SiteId">
    <vt:lpwstr>2567d566-604c-408a-8a60-55d0dc9d9d6b</vt:lpwstr>
  </property>
  <property fmtid="{D5CDD505-2E9C-101B-9397-08002B2CF9AE}" pid="7" name="MSIP_Label_2bbab825-a111-45e4-86a1-18cee0005896_ActionId">
    <vt:lpwstr>38d98204-ebac-4a8b-b1ba-c5e705d3990a</vt:lpwstr>
  </property>
  <property fmtid="{D5CDD505-2E9C-101B-9397-08002B2CF9AE}" pid="8" name="MSIP_Label_2bbab825-a111-45e4-86a1-18cee0005896_ContentBits">
    <vt:lpwstr>2</vt:lpwstr>
  </property>
</Properties>
</file>